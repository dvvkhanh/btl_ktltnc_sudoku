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8"/>
  </p:notesMasterIdLst>
  <p:sldIdLst>
    <p:sldId id="257" r:id="rId2"/>
    <p:sldId id="258" r:id="rId3"/>
    <p:sldId id="259" r:id="rId4"/>
    <p:sldId id="260" r:id="rId5"/>
    <p:sldId id="261" r:id="rId6"/>
    <p:sldId id="262" r:id="rId7"/>
  </p:sldIdLst>
  <p:sldSz cx="9144000" cy="5143500" type="screen16x9"/>
  <p:notesSz cx="6858000" cy="9144000"/>
  <p:embeddedFontLst>
    <p:embeddedFont>
      <p:font typeface="Garamond" panose="02020404030301010803" pitchFamily="18" charset="0"/>
      <p:regular r:id="rId9"/>
      <p:bold r:id="rId10"/>
      <p:italic r:id="rId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c6f5903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c6f5903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c6f59039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c6f59039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8ac5b4d5e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8ac5b4d5e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8a2956f79e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8a2956f79e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c6f59039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c6f59039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8ac5b4d5e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8ac5b4d5e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êu đề Bản chiếu">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vi-VN"/>
              <a:t>Bấm để sửa kiểu tiêu đề Bản cái</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a:xfrm>
            <a:off x="5987425" y="3778247"/>
            <a:ext cx="673100" cy="209550"/>
          </a:xfrm>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a:xfrm>
            <a:off x="2019298" y="3778247"/>
            <a:ext cx="3910976" cy="209550"/>
          </a:xfrm>
        </p:spPr>
        <p:txBody>
          <a:bodyPr/>
          <a:lstStyle/>
          <a:p>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00484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52591220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399581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07045091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76772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66934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3430729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vi-VN"/>
              <a:t>Bấm để sửa kiểu tiêu đề Bản cái</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69356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vi-VN"/>
              <a:t>Bấm để sửa kiểu tiêu đề Bản cái</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vi-VN"/>
              <a:t>Bấm biểu tượng để thêm hình ảnh</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25493354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vi-VN"/>
              <a:t>Bấm biểu tượng để thêm hình ảnh</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28599715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vi-VN"/>
              <a:t>Bấm để sửa kiểu tiêu đề Bản cái</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11781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vi-VN"/>
              <a:t>Bấm để chỉnh sửa kiểu văn bản của Bản cái</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28539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vi-VN"/>
              <a:t>Bấm để sửa kiểu tiêu đề Bản cái</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12102049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ích dẫn 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vi-VN"/>
              <a:t>Bấm để sửa kiểu tiêu đề Bản cái</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490449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vi-VN"/>
              <a:t>Bấm để sửa kiểu tiêu đề Bản cái</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270992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30435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054693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vi"/>
              <a:t>‹#›</a:t>
            </a:fld>
            <a:endParaRPr/>
          </a:p>
        </p:txBody>
      </p:sp>
    </p:spTree>
    <p:extLst>
      <p:ext uri="{BB962C8B-B14F-4D97-AF65-F5344CB8AC3E}">
        <p14:creationId xmlns:p14="http://schemas.microsoft.com/office/powerpoint/2010/main" val="124144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vi"/>
              <a:t>‹#›</a:t>
            </a:fld>
            <a:endParaRPr/>
          </a:p>
        </p:txBody>
      </p:sp>
    </p:spTree>
    <p:extLst>
      <p:ext uri="{BB962C8B-B14F-4D97-AF65-F5344CB8AC3E}">
        <p14:creationId xmlns:p14="http://schemas.microsoft.com/office/powerpoint/2010/main" val="2574966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extLst>
      <p:ext uri="{BB962C8B-B14F-4D97-AF65-F5344CB8AC3E}">
        <p14:creationId xmlns:p14="http://schemas.microsoft.com/office/powerpoint/2010/main" val="1512814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3/13/2026</a:t>
            </a:fld>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20054704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sldNum="0"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3" Type="http://schemas.openxmlformats.org/officeDocument/2006/relationships/image" Target="../media/image8.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2" Type="http://schemas.openxmlformats.org/officeDocument/2006/relationships/notesSlide" Target="../notesSlides/notesSlide5.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41" Type="http://schemas.openxmlformats.org/officeDocument/2006/relationships/image" Target="../media/image46.png"/><Relationship Id="rId1" Type="http://schemas.openxmlformats.org/officeDocument/2006/relationships/slideLayout" Target="../slideLayouts/slideLayout20.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6.png"/><Relationship Id="rId44" Type="http://schemas.openxmlformats.org/officeDocument/2006/relationships/image" Target="../media/image49.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ctrTitle"/>
          </p:nvPr>
        </p:nvSpPr>
        <p:spPr>
          <a:xfrm>
            <a:off x="1599529" y="1272656"/>
            <a:ext cx="5944941" cy="1475263"/>
          </a:xfrm>
          <a:prstGeom prst="rect">
            <a:avLst/>
          </a:prstGeom>
        </p:spPr>
        <p:txBody>
          <a:bodyPr spcFirstLastPara="1" wrap="square" lIns="91425" tIns="91425" rIns="91425" bIns="91425" anchor="ctr" anchorCtr="0">
            <a:noAutofit/>
          </a:bodyPr>
          <a:lstStyle/>
          <a:p>
            <a:pPr marL="0" lvl="0" indent="355600" algn="ctr" rtl="0">
              <a:lnSpc>
                <a:spcPct val="130000"/>
              </a:lnSpc>
              <a:spcBef>
                <a:spcPts val="1200"/>
              </a:spcBef>
              <a:spcAft>
                <a:spcPts val="0"/>
              </a:spcAft>
              <a:buNone/>
            </a:pPr>
            <a:endParaRPr sz="1500" dirty="0">
              <a:solidFill>
                <a:srgbClr val="000000"/>
              </a:solidFill>
              <a:latin typeface="Times New Roman" panose="02020603050405020304" pitchFamily="18" charset="0"/>
              <a:ea typeface="Arial"/>
              <a:cs typeface="Times New Roman" panose="02020603050405020304" pitchFamily="18" charset="0"/>
              <a:sym typeface="Arial"/>
            </a:endParaRPr>
          </a:p>
          <a:p>
            <a:pPr marL="0" lvl="0" indent="355600" rtl="0">
              <a:lnSpc>
                <a:spcPct val="130000"/>
              </a:lnSpc>
              <a:spcBef>
                <a:spcPts val="1200"/>
              </a:spcBef>
              <a:spcAft>
                <a:spcPts val="0"/>
              </a:spcAft>
              <a:buNone/>
            </a:pPr>
            <a:r>
              <a:rPr lang="vi" sz="2400" u="sng" dirty="0">
                <a:solidFill>
                  <a:srgbClr val="000000"/>
                </a:solidFill>
                <a:latin typeface="Times New Roman" panose="02020603050405020304" pitchFamily="18" charset="0"/>
                <a:ea typeface="Arial"/>
                <a:cs typeface="Times New Roman" panose="02020603050405020304" pitchFamily="18" charset="0"/>
                <a:sym typeface="Arial"/>
              </a:rPr>
              <a:t>ĐỀ TÀI:</a:t>
            </a:r>
            <a:r>
              <a:rPr lang="en-US" sz="2400" u="sng" dirty="0">
                <a:solidFill>
                  <a:srgbClr val="000000"/>
                </a:solidFill>
                <a:latin typeface="Times New Roman" panose="02020603050405020304" pitchFamily="18" charset="0"/>
                <a:ea typeface="Arial"/>
                <a:cs typeface="Times New Roman" panose="02020603050405020304" pitchFamily="18" charset="0"/>
                <a:sym typeface="Arial"/>
              </a:rPr>
              <a:t> </a:t>
            </a:r>
            <a:r>
              <a:rPr lang="vi" sz="2400" dirty="0">
                <a:solidFill>
                  <a:srgbClr val="000000"/>
                </a:solidFill>
                <a:latin typeface="Times New Roman" panose="02020603050405020304" pitchFamily="18" charset="0"/>
                <a:ea typeface="Arial"/>
                <a:cs typeface="Times New Roman" panose="02020603050405020304" pitchFamily="18" charset="0"/>
                <a:sym typeface="Arial"/>
              </a:rPr>
              <a:t>NGHIÊN CỨU PHƯƠNG PHÁP QUAY LUI VÀ ỨNG DỤNG GIẢI SUDOKU</a:t>
            </a:r>
            <a:endParaRPr sz="2400" dirty="0">
              <a:solidFill>
                <a:srgbClr val="000000"/>
              </a:solidFill>
              <a:latin typeface="Times New Roman" panose="02020603050405020304" pitchFamily="18" charset="0"/>
              <a:ea typeface="Arial"/>
              <a:cs typeface="Times New Roman" panose="02020603050405020304" pitchFamily="18" charset="0"/>
              <a:sym typeface="Arial"/>
            </a:endParaRPr>
          </a:p>
          <a:p>
            <a:pPr marL="0" lvl="0" indent="0" algn="ctr" rtl="0">
              <a:spcBef>
                <a:spcPts val="1200"/>
              </a:spcBef>
              <a:spcAft>
                <a:spcPts val="0"/>
              </a:spcAft>
              <a:buNone/>
            </a:pPr>
            <a:endParaRPr dirty="0">
              <a:latin typeface="Times New Roman" panose="02020603050405020304" pitchFamily="18" charset="0"/>
              <a:cs typeface="Times New Roman" panose="02020603050405020304" pitchFamily="18" charset="0"/>
            </a:endParaRPr>
          </a:p>
        </p:txBody>
      </p:sp>
      <p:sp>
        <p:nvSpPr>
          <p:cNvPr id="63" name="Google Shape;63;p14"/>
          <p:cNvSpPr txBox="1">
            <a:spLocks noGrp="1"/>
          </p:cNvSpPr>
          <p:nvPr>
            <p:ph type="subTitle" idx="1"/>
          </p:nvPr>
        </p:nvSpPr>
        <p:spPr>
          <a:xfrm>
            <a:off x="1972594" y="3133212"/>
            <a:ext cx="4142400" cy="576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 sz="1600" b="0" dirty="0">
                <a:solidFill>
                  <a:srgbClr val="000000"/>
                </a:solidFill>
                <a:latin typeface="Times New Roman" panose="02020603050405020304" pitchFamily="18" charset="0"/>
                <a:ea typeface="Arial"/>
                <a:cs typeface="Times New Roman" panose="02020603050405020304" pitchFamily="18" charset="0"/>
                <a:sym typeface="Arial"/>
              </a:rPr>
              <a:t>Sinh viên thực hiện : </a:t>
            </a:r>
            <a:r>
              <a:rPr lang="vi-VN" sz="1600" b="0" dirty="0">
                <a:solidFill>
                  <a:srgbClr val="000000"/>
                </a:solidFill>
                <a:latin typeface="Times New Roman" panose="02020603050405020304" pitchFamily="18" charset="0"/>
                <a:ea typeface="Arial"/>
                <a:cs typeface="Times New Roman" panose="02020603050405020304" pitchFamily="18" charset="0"/>
                <a:sym typeface="Arial"/>
              </a:rPr>
              <a:t>Nguyễn Như Khiêm</a:t>
            </a:r>
          </a:p>
          <a:p>
            <a:pPr marL="0" lvl="0" indent="0" algn="l" rtl="0">
              <a:spcBef>
                <a:spcPts val="0"/>
              </a:spcBef>
              <a:spcAft>
                <a:spcPts val="0"/>
              </a:spcAft>
              <a:buNone/>
            </a:pPr>
            <a:r>
              <a:rPr lang="vi-VN" sz="1600" dirty="0">
                <a:solidFill>
                  <a:srgbClr val="000000"/>
                </a:solidFill>
                <a:latin typeface="Times New Roman" panose="02020603050405020304" pitchFamily="18" charset="0"/>
                <a:ea typeface="Arial"/>
                <a:cs typeface="Times New Roman" panose="02020603050405020304" pitchFamily="18" charset="0"/>
                <a:sym typeface="Arial"/>
              </a:rPr>
              <a:t>					   Đậu Văn Khánh</a:t>
            </a:r>
            <a:endParaRPr sz="1600" b="0" dirty="0">
              <a:solidFill>
                <a:srgbClr val="000000"/>
              </a:solidFill>
              <a:latin typeface="Times New Roman" panose="02020603050405020304" pitchFamily="18" charset="0"/>
              <a:ea typeface="Arial"/>
              <a:cs typeface="Times New Roman" panose="02020603050405020304" pitchFamily="18" charset="0"/>
              <a:sym typeface="Arial"/>
            </a:endParaRPr>
          </a:p>
          <a:p>
            <a:pPr marL="0" lvl="0" indent="0" algn="ctr" rtl="0">
              <a:spcBef>
                <a:spcPts val="0"/>
              </a:spcBef>
              <a:spcAft>
                <a:spcPts val="0"/>
              </a:spcAft>
              <a:buNone/>
            </a:pPr>
            <a:endParaRPr dirty="0">
              <a:latin typeface="Times New Roman" panose="02020603050405020304" pitchFamily="18" charset="0"/>
              <a:ea typeface="Roboto Mono"/>
              <a:cs typeface="Times New Roman" panose="02020603050405020304" pitchFamily="18" charset="0"/>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623400" y="628606"/>
            <a:ext cx="8520600" cy="80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3500" dirty="0">
                <a:solidFill>
                  <a:srgbClr val="000000"/>
                </a:solidFill>
                <a:latin typeface="Times New Roman" panose="02020603050405020304" pitchFamily="18" charset="0"/>
                <a:ea typeface="Times New Roman"/>
                <a:cs typeface="Times New Roman" panose="02020603050405020304" pitchFamily="18" charset="0"/>
                <a:sym typeface="Times New Roman"/>
              </a:rPr>
              <a:t>KHÁI NIỆM QUAY LUI :</a:t>
            </a:r>
            <a:endParaRPr sz="6400" dirty="0">
              <a:latin typeface="Times New Roman" panose="02020603050405020304" pitchFamily="18" charset="0"/>
              <a:ea typeface="Arial"/>
              <a:cs typeface="Times New Roman" panose="02020603050405020304" pitchFamily="18" charset="0"/>
              <a:sym typeface="Arial"/>
            </a:endParaRPr>
          </a:p>
        </p:txBody>
      </p:sp>
      <p:sp>
        <p:nvSpPr>
          <p:cNvPr id="69" name="Google Shape;69;p15"/>
          <p:cNvSpPr txBox="1">
            <a:spLocks noGrp="1"/>
          </p:cNvSpPr>
          <p:nvPr>
            <p:ph type="body" idx="1"/>
          </p:nvPr>
        </p:nvSpPr>
        <p:spPr>
          <a:xfrm>
            <a:off x="483150" y="1350119"/>
            <a:ext cx="7839319" cy="3329037"/>
          </a:xfrm>
          <a:prstGeom prst="rect">
            <a:avLst/>
          </a:prstGeom>
        </p:spPr>
        <p:txBody>
          <a:bodyPr spcFirstLastPara="1" wrap="square" lIns="91425" tIns="91425" rIns="91425" bIns="91425" anchor="t" anchorCtr="0">
            <a:noAutofit/>
          </a:bodyPr>
          <a:lstStyle/>
          <a:p>
            <a:pPr marL="342900" lvl="0" indent="177800" algn="just" rtl="0">
              <a:lnSpc>
                <a:spcPct val="149000"/>
              </a:lnSpc>
              <a:spcBef>
                <a:spcPts val="1200"/>
              </a:spcBef>
              <a:spcAft>
                <a:spcPts val="0"/>
              </a:spcAft>
              <a:buNone/>
            </a:pPr>
            <a:r>
              <a:rPr lang="vi" sz="1300" dirty="0">
                <a:solidFill>
                  <a:srgbClr val="000000"/>
                </a:solidFill>
                <a:latin typeface="Times New Roman" panose="02020603050405020304" pitchFamily="18" charset="0"/>
                <a:ea typeface="Arial"/>
                <a:cs typeface="Times New Roman" panose="02020603050405020304" pitchFamily="18" charset="0"/>
                <a:sym typeface="Arial"/>
              </a:rPr>
              <a:t>Kĩ thuật quay lui (backtracking) như tên gọi của nó, là một quá trình phân tích đi xuống và quay lui trở lại theo con đường đã đi qua. Bằng việc liệt kê các tình huống, thử các khả năng có thể có cho đến khi tìm thấy một lời giải đúng, thuật toán quay lui chia nhỏ bài toán, lời giải của bài toán lớn sẽ là kết quả của việc tìm kiếm theo chiều sâu của các bài toán phần tử. Trong suốt quá trình tìm kiếm nếu gặp phải một hướng nào đó mà biết chắc không thể tìm thấy đáp án thì quay lại bước trước đó và tìm hướng khác kế tiếp hướng vừa tìm đó. Trong trường hợp không còn một hướng nào khác nữa thì thuật toán kết thúc.</a:t>
            </a:r>
            <a:endParaRPr sz="1300" dirty="0">
              <a:solidFill>
                <a:srgbClr val="000000"/>
              </a:solidFill>
              <a:latin typeface="Times New Roman" panose="02020603050405020304" pitchFamily="18" charset="0"/>
              <a:ea typeface="Arial"/>
              <a:cs typeface="Times New Roman" panose="02020603050405020304" pitchFamily="18" charset="0"/>
              <a:sym typeface="Arial"/>
            </a:endParaRPr>
          </a:p>
          <a:p>
            <a:pPr marL="0" lvl="0" indent="0" algn="l" rtl="0">
              <a:spcBef>
                <a:spcPts val="1200"/>
              </a:spcBef>
              <a:spcAft>
                <a:spcPts val="1600"/>
              </a:spcAft>
              <a:buNone/>
            </a:pPr>
            <a:endParaRPr dirty="0">
              <a:latin typeface="Times New Roman" panose="02020603050405020304" pitchFamily="18" charset="0"/>
              <a:ea typeface="Roboto Mono"/>
              <a:cs typeface="Times New Roman" panose="02020603050405020304" pitchFamily="18" charset="0"/>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514350" y="388100"/>
            <a:ext cx="5768575" cy="537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1600" dirty="0">
                <a:solidFill>
                  <a:schemeClr val="tx1"/>
                </a:solidFill>
                <a:latin typeface="Times New Roman" panose="02020603050405020304" pitchFamily="18" charset="0"/>
                <a:ea typeface="Georgia"/>
                <a:cs typeface="Times New Roman" panose="02020603050405020304" pitchFamily="18" charset="0"/>
                <a:sym typeface="Georgia"/>
              </a:rPr>
              <a:t>Cây đệ quy</a:t>
            </a:r>
            <a:r>
              <a:rPr lang="vi" sz="1600" b="0" dirty="0">
                <a:solidFill>
                  <a:schemeClr val="tx1"/>
                </a:solidFill>
                <a:latin typeface="Times New Roman" panose="02020603050405020304" pitchFamily="18" charset="0"/>
                <a:ea typeface="Georgia"/>
                <a:cs typeface="Times New Roman" panose="02020603050405020304" pitchFamily="18" charset="0"/>
                <a:sym typeface="Georgia"/>
              </a:rPr>
              <a:t> tìm kiếm sử dụng thuật toán Quay Lui sẽ như sau:</a:t>
            </a:r>
            <a:endParaRPr sz="6400" dirty="0">
              <a:solidFill>
                <a:schemeClr val="tx1"/>
              </a:solidFill>
              <a:latin typeface="Times New Roman" panose="02020603050405020304" pitchFamily="18" charset="0"/>
              <a:ea typeface="Arial"/>
              <a:cs typeface="Times New Roman" panose="02020603050405020304" pitchFamily="18" charset="0"/>
              <a:sym typeface="Arial"/>
            </a:endParaRPr>
          </a:p>
        </p:txBody>
      </p:sp>
      <p:pic>
        <p:nvPicPr>
          <p:cNvPr id="75" name="Google Shape;75;p16"/>
          <p:cNvPicPr preferRelativeResize="0"/>
          <p:nvPr/>
        </p:nvPicPr>
        <p:blipFill>
          <a:blip r:embed="rId3">
            <a:alphaModFix/>
          </a:blip>
          <a:stretch>
            <a:fillRect/>
          </a:stretch>
        </p:blipFill>
        <p:spPr>
          <a:xfrm>
            <a:off x="446488" y="925275"/>
            <a:ext cx="5768575" cy="3582431"/>
          </a:xfrm>
          <a:prstGeom prst="rect">
            <a:avLst/>
          </a:prstGeom>
          <a:noFill/>
          <a:ln>
            <a:noFill/>
          </a:ln>
        </p:spPr>
      </p:pic>
      <p:sp>
        <p:nvSpPr>
          <p:cNvPr id="76" name="Google Shape;76;p16"/>
          <p:cNvSpPr txBox="1"/>
          <p:nvPr/>
        </p:nvSpPr>
        <p:spPr>
          <a:xfrm>
            <a:off x="6282925" y="659475"/>
            <a:ext cx="2221706" cy="3455325"/>
          </a:xfrm>
          <a:prstGeom prst="rect">
            <a:avLst/>
          </a:prstGeom>
          <a:noFill/>
          <a:ln>
            <a:noFill/>
          </a:ln>
        </p:spPr>
        <p:txBody>
          <a:bodyPr spcFirstLastPara="1" wrap="square" lIns="91425" tIns="91425" rIns="91425" bIns="91425" anchor="t" anchorCtr="0">
            <a:noAutofit/>
          </a:bodyPr>
          <a:lstStyle/>
          <a:p>
            <a:pPr lvl="0" rtl="0">
              <a:lnSpc>
                <a:spcPct val="150000"/>
              </a:lnSpc>
              <a:spcBef>
                <a:spcPts val="0"/>
              </a:spcBef>
              <a:spcAft>
                <a:spcPts val="0"/>
              </a:spcAft>
            </a:pPr>
            <a:r>
              <a:rPr lang="vi" sz="1300" dirty="0">
                <a:latin typeface="Times New Roman" panose="02020603050405020304" pitchFamily="18" charset="0"/>
                <a:ea typeface="Courier New"/>
                <a:cs typeface="Times New Roman" panose="02020603050405020304" pitchFamily="18" charset="0"/>
                <a:sym typeface="Courier New"/>
              </a:rPr>
              <a:t>- Tại ngã rẽ 1, chọn </a:t>
            </a:r>
            <a:r>
              <a:rPr lang="vi" sz="1300" b="1" dirty="0">
                <a:latin typeface="Times New Roman" panose="02020603050405020304" pitchFamily="18" charset="0"/>
                <a:ea typeface="Courier New"/>
                <a:cs typeface="Times New Roman" panose="02020603050405020304" pitchFamily="18" charset="0"/>
                <a:sym typeface="Courier New"/>
              </a:rPr>
              <a:t>đi xuống</a:t>
            </a:r>
            <a:r>
              <a:rPr lang="vi" sz="1300" dirty="0">
                <a:latin typeface="Times New Roman" panose="02020603050405020304" pitchFamily="18" charset="0"/>
                <a:ea typeface="Courier New"/>
                <a:cs typeface="Times New Roman" panose="02020603050405020304" pitchFamily="18" charset="0"/>
                <a:sym typeface="Courier New"/>
              </a:rPr>
              <a:t> </a:t>
            </a:r>
            <a:endParaRPr lang="en-US" sz="1300" dirty="0">
              <a:latin typeface="Times New Roman" panose="02020603050405020304" pitchFamily="18" charset="0"/>
              <a:ea typeface="Courier New"/>
              <a:cs typeface="Times New Roman" panose="02020603050405020304" pitchFamily="18" charset="0"/>
              <a:sym typeface="Courier New"/>
            </a:endParaRPr>
          </a:p>
          <a:p>
            <a:pPr lvl="0">
              <a:lnSpc>
                <a:spcPct val="150000"/>
              </a:lnSpc>
            </a:pPr>
            <a:r>
              <a:rPr lang="vi-VN" sz="1300" dirty="0">
                <a:latin typeface="Times New Roman" panose="02020603050405020304" pitchFamily="18" charset="0"/>
                <a:ea typeface="Courier New"/>
                <a:cs typeface="Times New Roman" panose="02020603050405020304" pitchFamily="18" charset="0"/>
                <a:sym typeface="Courier New"/>
              </a:rPr>
              <a:t>- Tại ngã rẽ 3 chọn </a:t>
            </a:r>
            <a:r>
              <a:rPr lang="vi-VN" sz="1300" b="1" dirty="0">
                <a:latin typeface="Times New Roman" panose="02020603050405020304" pitchFamily="18" charset="0"/>
                <a:ea typeface="Courier New"/>
                <a:cs typeface="Times New Roman" panose="02020603050405020304" pitchFamily="18" charset="0"/>
                <a:sym typeface="Courier New"/>
              </a:rPr>
              <a:t>sang trái : </a:t>
            </a:r>
            <a:r>
              <a:rPr lang="vi-VN" sz="1300" dirty="0">
                <a:latin typeface="Times New Roman" panose="02020603050405020304" pitchFamily="18" charset="0"/>
                <a:ea typeface="Courier New"/>
                <a:cs typeface="Times New Roman" panose="02020603050405020304" pitchFamily="18" charset="0"/>
                <a:sym typeface="Courier New"/>
              </a:rPr>
              <a:t>đường cụt --&gt; bỏ         </a:t>
            </a:r>
            <a:r>
              <a:rPr lang="vi" sz="1300" dirty="0">
                <a:latin typeface="Times New Roman" panose="02020603050405020304" pitchFamily="18" charset="0"/>
                <a:ea typeface="Courier New"/>
                <a:cs typeface="Times New Roman" panose="02020603050405020304" pitchFamily="18" charset="0"/>
                <a:sym typeface="Courier New"/>
              </a:rPr>
              <a:t>    </a:t>
            </a:r>
            <a:endParaRPr lang="vi-VN" sz="1300" dirty="0">
              <a:latin typeface="Times New Roman" panose="02020603050405020304" pitchFamily="18" charset="0"/>
              <a:ea typeface="Courier New"/>
              <a:cs typeface="Times New Roman" panose="02020603050405020304" pitchFamily="18" charset="0"/>
              <a:sym typeface="Courier New"/>
            </a:endParaRPr>
          </a:p>
          <a:p>
            <a:pPr lvl="0">
              <a:lnSpc>
                <a:spcPct val="150000"/>
              </a:lnSpc>
            </a:pPr>
            <a:r>
              <a:rPr lang="vi-VN" sz="1300" dirty="0">
                <a:latin typeface="Times New Roman" panose="02020603050405020304" pitchFamily="18" charset="0"/>
                <a:ea typeface="Courier New"/>
                <a:cs typeface="Times New Roman" panose="02020603050405020304" pitchFamily="18" charset="0"/>
                <a:sym typeface="Courier New"/>
              </a:rPr>
              <a:t>- Tại ngã rẽ 3 chọn </a:t>
            </a:r>
            <a:r>
              <a:rPr lang="vi-VN" sz="1300" b="1" dirty="0">
                <a:latin typeface="Times New Roman" panose="02020603050405020304" pitchFamily="18" charset="0"/>
                <a:ea typeface="Courier New"/>
                <a:cs typeface="Times New Roman" panose="02020603050405020304" pitchFamily="18" charset="0"/>
                <a:sym typeface="Courier New"/>
              </a:rPr>
              <a:t>đi thẳng : </a:t>
            </a:r>
            <a:r>
              <a:rPr lang="vi-VN" sz="1300" dirty="0">
                <a:latin typeface="Times New Roman" panose="02020603050405020304" pitchFamily="18" charset="0"/>
                <a:ea typeface="Courier New"/>
                <a:cs typeface="Times New Roman" panose="02020603050405020304" pitchFamily="18" charset="0"/>
                <a:sym typeface="Courier New"/>
              </a:rPr>
              <a:t>đường cụt --&gt; bỏ         </a:t>
            </a:r>
          </a:p>
          <a:p>
            <a:pPr lvl="0" rtl="0">
              <a:lnSpc>
                <a:spcPct val="150000"/>
              </a:lnSpc>
              <a:spcBef>
                <a:spcPts val="0"/>
              </a:spcBef>
              <a:spcAft>
                <a:spcPts val="0"/>
              </a:spcAft>
            </a:pPr>
            <a:r>
              <a:rPr lang="vi" sz="1300" dirty="0">
                <a:latin typeface="Times New Roman" panose="02020603050405020304" pitchFamily="18" charset="0"/>
                <a:ea typeface="Courier New"/>
                <a:cs typeface="Times New Roman" panose="02020603050405020304" pitchFamily="18" charset="0"/>
                <a:sym typeface="Courier New"/>
              </a:rPr>
              <a:t>- Tại ngã rẽ 1, chọn </a:t>
            </a:r>
            <a:r>
              <a:rPr lang="vi" sz="1300" b="1" dirty="0">
                <a:latin typeface="Times New Roman" panose="02020603050405020304" pitchFamily="18" charset="0"/>
                <a:ea typeface="Courier New"/>
                <a:cs typeface="Times New Roman" panose="02020603050405020304" pitchFamily="18" charset="0"/>
                <a:sym typeface="Courier New"/>
              </a:rPr>
              <a:t>đi lên</a:t>
            </a:r>
            <a:r>
              <a:rPr lang="vi" sz="1300" dirty="0">
                <a:latin typeface="Times New Roman" panose="02020603050405020304" pitchFamily="18" charset="0"/>
                <a:ea typeface="Courier New"/>
                <a:cs typeface="Times New Roman" panose="02020603050405020304" pitchFamily="18" charset="0"/>
                <a:sym typeface="Courier New"/>
              </a:rPr>
              <a:t>   </a:t>
            </a:r>
          </a:p>
          <a:p>
            <a:pPr lvl="0">
              <a:lnSpc>
                <a:spcPct val="150000"/>
              </a:lnSpc>
            </a:pPr>
            <a:r>
              <a:rPr lang="vi-VN" sz="1300" dirty="0">
                <a:latin typeface="Times New Roman" panose="02020603050405020304" pitchFamily="18" charset="0"/>
                <a:ea typeface="Courier New"/>
                <a:cs typeface="Times New Roman" panose="02020603050405020304" pitchFamily="18" charset="0"/>
                <a:sym typeface="Courier New"/>
              </a:rPr>
              <a:t>- Tại ngã rẽ 2 chọn </a:t>
            </a:r>
            <a:r>
              <a:rPr lang="vi-VN" sz="1300" b="1" dirty="0">
                <a:latin typeface="Times New Roman" panose="02020603050405020304" pitchFamily="18" charset="0"/>
                <a:ea typeface="Courier New"/>
                <a:cs typeface="Times New Roman" panose="02020603050405020304" pitchFamily="18" charset="0"/>
                <a:sym typeface="Courier New"/>
              </a:rPr>
              <a:t>sang phải : </a:t>
            </a:r>
            <a:r>
              <a:rPr lang="vi-VN" sz="1300" dirty="0">
                <a:latin typeface="Times New Roman" panose="02020603050405020304" pitchFamily="18" charset="0"/>
                <a:ea typeface="Courier New"/>
                <a:cs typeface="Times New Roman" panose="02020603050405020304" pitchFamily="18" charset="0"/>
                <a:sym typeface="Courier New"/>
              </a:rPr>
              <a:t>đường cụt --&gt; bỏ          </a:t>
            </a:r>
            <a:r>
              <a:rPr lang="vi" sz="1300" dirty="0">
                <a:latin typeface="Times New Roman" panose="02020603050405020304" pitchFamily="18" charset="0"/>
                <a:ea typeface="Courier New"/>
                <a:cs typeface="Times New Roman" panose="02020603050405020304" pitchFamily="18" charset="0"/>
                <a:sym typeface="Courier New"/>
              </a:rPr>
              <a:t>  </a:t>
            </a:r>
            <a:endParaRPr sz="1300" dirty="0">
              <a:latin typeface="Times New Roman" panose="02020603050405020304" pitchFamily="18" charset="0"/>
              <a:ea typeface="Courier New"/>
              <a:cs typeface="Times New Roman" panose="02020603050405020304" pitchFamily="18" charset="0"/>
              <a:sym typeface="Courier New"/>
            </a:endParaRPr>
          </a:p>
          <a:p>
            <a:pPr marL="0" lvl="0" indent="0" rtl="0">
              <a:lnSpc>
                <a:spcPct val="150000"/>
              </a:lnSpc>
              <a:spcBef>
                <a:spcPts val="0"/>
              </a:spcBef>
              <a:spcAft>
                <a:spcPts val="0"/>
              </a:spcAft>
              <a:buNone/>
            </a:pPr>
            <a:r>
              <a:rPr lang="vi" sz="1300" dirty="0">
                <a:latin typeface="Times New Roman" panose="02020603050405020304" pitchFamily="18" charset="0"/>
                <a:ea typeface="Courier New"/>
                <a:cs typeface="Times New Roman" panose="02020603050405020304" pitchFamily="18" charset="0"/>
                <a:sym typeface="Courier New"/>
              </a:rPr>
              <a:t>- Tại ngã rẽ 2 chọn </a:t>
            </a:r>
            <a:r>
              <a:rPr lang="vi" sz="1300" b="1" dirty="0">
                <a:latin typeface="Times New Roman" panose="02020603050405020304" pitchFamily="18" charset="0"/>
                <a:ea typeface="Courier New"/>
                <a:cs typeface="Times New Roman" panose="02020603050405020304" pitchFamily="18" charset="0"/>
                <a:sym typeface="Courier New"/>
              </a:rPr>
              <a:t>sang trái : tìm thấy</a:t>
            </a:r>
            <a:r>
              <a:rPr lang="vi" sz="1300" dirty="0">
                <a:latin typeface="Times New Roman" panose="02020603050405020304" pitchFamily="18" charset="0"/>
                <a:ea typeface="Courier New"/>
                <a:cs typeface="Times New Roman" panose="02020603050405020304" pitchFamily="18" charset="0"/>
                <a:sym typeface="Courier New"/>
              </a:rPr>
              <a:t> đường </a:t>
            </a:r>
            <a:r>
              <a:rPr lang="vi-VN" sz="1300" dirty="0">
                <a:latin typeface="Times New Roman" panose="02020603050405020304" pitchFamily="18" charset="0"/>
                <a:ea typeface="Courier New"/>
                <a:cs typeface="Times New Roman" panose="02020603050405020304" pitchFamily="18" charset="0"/>
                <a:sym typeface="Courier New"/>
              </a:rPr>
              <a:t>thoát </a:t>
            </a:r>
            <a:r>
              <a:rPr lang="vi" sz="1300" dirty="0">
                <a:latin typeface="Times New Roman" panose="02020603050405020304" pitchFamily="18" charset="0"/>
                <a:ea typeface="Courier New"/>
                <a:cs typeface="Times New Roman" panose="02020603050405020304" pitchFamily="18" charset="0"/>
                <a:sym typeface="Courier New"/>
              </a:rPr>
              <a:t>(</a:t>
            </a:r>
            <a:r>
              <a:rPr lang="vi" sz="1300" i="1" dirty="0">
                <a:latin typeface="Times New Roman" panose="02020603050405020304" pitchFamily="18" charset="0"/>
                <a:ea typeface="Courier New"/>
                <a:cs typeface="Times New Roman" panose="02020603050405020304" pitchFamily="18" charset="0"/>
                <a:sym typeface="Courier New"/>
              </a:rPr>
              <a:t>in ra tìm thấy đường đi</a:t>
            </a:r>
            <a:r>
              <a:rPr lang="vi" sz="1300" dirty="0">
                <a:latin typeface="Times New Roman" panose="02020603050405020304" pitchFamily="18" charset="0"/>
                <a:ea typeface="Courier New"/>
                <a:cs typeface="Times New Roman" panose="02020603050405020304" pitchFamily="18" charset="0"/>
                <a:sym typeface="Courier New"/>
              </a:rPr>
              <a:t>)</a:t>
            </a:r>
            <a:endParaRPr sz="1300" dirty="0">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562423" y="574625"/>
            <a:ext cx="8520600" cy="80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3500" dirty="0">
                <a:solidFill>
                  <a:srgbClr val="000000"/>
                </a:solidFill>
                <a:latin typeface="Times New Roman"/>
                <a:ea typeface="Times New Roman"/>
                <a:cs typeface="Times New Roman"/>
                <a:sym typeface="Times New Roman"/>
              </a:rPr>
              <a:t>Luật chơi trò chơi Sudoku:</a:t>
            </a:r>
            <a:endParaRPr sz="6400" dirty="0">
              <a:latin typeface="Arial"/>
              <a:ea typeface="Arial"/>
              <a:cs typeface="Arial"/>
              <a:sym typeface="Arial"/>
            </a:endParaRPr>
          </a:p>
        </p:txBody>
      </p:sp>
      <p:sp>
        <p:nvSpPr>
          <p:cNvPr id="82" name="Google Shape;82;p17"/>
          <p:cNvSpPr txBox="1">
            <a:spLocks noGrp="1"/>
          </p:cNvSpPr>
          <p:nvPr>
            <p:ph type="body" idx="1"/>
          </p:nvPr>
        </p:nvSpPr>
        <p:spPr>
          <a:xfrm>
            <a:off x="435077" y="1228675"/>
            <a:ext cx="8146500" cy="3340200"/>
          </a:xfrm>
          <a:prstGeom prst="rect">
            <a:avLst/>
          </a:prstGeom>
        </p:spPr>
        <p:txBody>
          <a:bodyPr spcFirstLastPara="1" wrap="square" lIns="91425" tIns="91425" rIns="91425" bIns="91425" anchor="t" anchorCtr="0">
            <a:noAutofit/>
          </a:bodyPr>
          <a:lstStyle/>
          <a:p>
            <a:pPr marL="457200" lvl="0" indent="-311150" rtl="0">
              <a:lnSpc>
                <a:spcPct val="150000"/>
              </a:lnSpc>
              <a:spcBef>
                <a:spcPts val="1200"/>
              </a:spcBef>
              <a:spcAft>
                <a:spcPts val="0"/>
              </a:spcAft>
              <a:buClr>
                <a:srgbClr val="000000"/>
              </a:buClr>
              <a:buSzPts val="1300"/>
              <a:buFont typeface="Arial"/>
              <a:buChar char="❖"/>
            </a:pPr>
            <a:r>
              <a:rPr lang="vi" sz="1300" dirty="0">
                <a:solidFill>
                  <a:srgbClr val="000000"/>
                </a:solidFill>
                <a:latin typeface="Times New Roman" panose="02020603050405020304" pitchFamily="18" charset="0"/>
                <a:ea typeface="Arial"/>
                <a:cs typeface="Times New Roman" panose="02020603050405020304" pitchFamily="18" charset="0"/>
                <a:sym typeface="Arial"/>
              </a:rPr>
              <a:t>Sudoku là gì ? - Sudoku là một trò chơi câu đố sắp xếp chữ số dựa trên logic theo tổ hợp. Mục tiêu của trò chơi là điền các chữ số vào một lưới 9×9 sao cho mỗi cột, mỗi hàng, và mỗi phần trong số chín lưới con 3×3 cấu tạo nên lưới chính đều chứa tất cả các chữ số từ 1 tới 9</a:t>
            </a:r>
            <a:endParaRPr sz="1300" dirty="0">
              <a:solidFill>
                <a:srgbClr val="000000"/>
              </a:solidFill>
              <a:latin typeface="Times New Roman" panose="02020603050405020304" pitchFamily="18" charset="0"/>
              <a:ea typeface="Arial"/>
              <a:cs typeface="Times New Roman" panose="02020603050405020304" pitchFamily="18" charset="0"/>
              <a:sym typeface="Arial"/>
            </a:endParaRPr>
          </a:p>
          <a:p>
            <a:pPr marL="457200" lvl="0" indent="-311150" rtl="0">
              <a:lnSpc>
                <a:spcPct val="150000"/>
              </a:lnSpc>
              <a:spcBef>
                <a:spcPts val="0"/>
              </a:spcBef>
              <a:spcAft>
                <a:spcPts val="0"/>
              </a:spcAft>
              <a:buClr>
                <a:srgbClr val="000000"/>
              </a:buClr>
              <a:buSzPts val="1300"/>
              <a:buFont typeface="Arial"/>
              <a:buChar char="❖"/>
            </a:pPr>
            <a:r>
              <a:rPr lang="vi" sz="1300" dirty="0">
                <a:solidFill>
                  <a:srgbClr val="000000"/>
                </a:solidFill>
                <a:latin typeface="Times New Roman" panose="02020603050405020304" pitchFamily="18" charset="0"/>
                <a:ea typeface="Arial"/>
                <a:cs typeface="Times New Roman" panose="02020603050405020304" pitchFamily="18" charset="0"/>
                <a:sym typeface="Arial"/>
              </a:rPr>
              <a:t>Luật chơi Sudoku :</a:t>
            </a:r>
            <a:endParaRPr sz="1300" dirty="0">
              <a:solidFill>
                <a:srgbClr val="000000"/>
              </a:solidFill>
              <a:latin typeface="Times New Roman" panose="02020603050405020304" pitchFamily="18" charset="0"/>
              <a:ea typeface="Arial"/>
              <a:cs typeface="Times New Roman" panose="02020603050405020304" pitchFamily="18" charset="0"/>
              <a:sym typeface="Arial"/>
            </a:endParaRPr>
          </a:p>
          <a:p>
            <a:pPr marL="1371600" lvl="1" indent="-311150" rtl="0">
              <a:lnSpc>
                <a:spcPct val="150000"/>
              </a:lnSpc>
              <a:spcBef>
                <a:spcPts val="0"/>
              </a:spcBef>
              <a:spcAft>
                <a:spcPts val="0"/>
              </a:spcAft>
              <a:buClr>
                <a:srgbClr val="000000"/>
              </a:buClr>
              <a:buSzPts val="1300"/>
              <a:buFont typeface="Arial"/>
              <a:buChar char="➢"/>
            </a:pPr>
            <a:r>
              <a:rPr lang="vi" sz="1300" dirty="0">
                <a:solidFill>
                  <a:srgbClr val="000000"/>
                </a:solidFill>
                <a:latin typeface="Times New Roman" panose="02020603050405020304" pitchFamily="18" charset="0"/>
                <a:ea typeface="Arial"/>
                <a:cs typeface="Times New Roman" panose="02020603050405020304" pitchFamily="18" charset="0"/>
                <a:sym typeface="Arial"/>
              </a:rPr>
              <a:t>Các hàng ngang: Phải có đủ các số từ 1 đến 9, không cần đúng thứ tự. Không trùng số nào ở hàng ngang.</a:t>
            </a:r>
            <a:endParaRPr sz="1300" dirty="0">
              <a:solidFill>
                <a:srgbClr val="000000"/>
              </a:solidFill>
              <a:latin typeface="Times New Roman" panose="02020603050405020304" pitchFamily="18" charset="0"/>
              <a:ea typeface="Arial"/>
              <a:cs typeface="Times New Roman" panose="02020603050405020304" pitchFamily="18" charset="0"/>
              <a:sym typeface="Arial"/>
            </a:endParaRPr>
          </a:p>
          <a:p>
            <a:pPr marL="1371600" lvl="1" indent="-311150" rtl="0">
              <a:lnSpc>
                <a:spcPct val="150000"/>
              </a:lnSpc>
              <a:spcBef>
                <a:spcPts val="0"/>
              </a:spcBef>
              <a:spcAft>
                <a:spcPts val="0"/>
              </a:spcAft>
              <a:buClr>
                <a:srgbClr val="000000"/>
              </a:buClr>
              <a:buSzPts val="1300"/>
              <a:buFont typeface="Arial"/>
              <a:buChar char="➢"/>
            </a:pPr>
            <a:r>
              <a:rPr lang="vi" sz="1300" dirty="0">
                <a:solidFill>
                  <a:srgbClr val="000000"/>
                </a:solidFill>
                <a:latin typeface="Times New Roman" panose="02020603050405020304" pitchFamily="18" charset="0"/>
                <a:ea typeface="Arial"/>
                <a:cs typeface="Times New Roman" panose="02020603050405020304" pitchFamily="18" charset="0"/>
                <a:sym typeface="Arial"/>
              </a:rPr>
              <a:t>Các hàng dọc: Đảm bảo có đủ các số từ 1-9, không cần theo thứ tự. …</a:t>
            </a:r>
            <a:endParaRPr sz="1300" dirty="0">
              <a:solidFill>
                <a:srgbClr val="000000"/>
              </a:solidFill>
              <a:latin typeface="Times New Roman" panose="02020603050405020304" pitchFamily="18" charset="0"/>
              <a:ea typeface="Arial"/>
              <a:cs typeface="Times New Roman" panose="02020603050405020304" pitchFamily="18" charset="0"/>
              <a:sym typeface="Arial"/>
            </a:endParaRPr>
          </a:p>
          <a:p>
            <a:pPr marL="1371600" lvl="1" indent="-311150" rtl="0">
              <a:lnSpc>
                <a:spcPct val="150000"/>
              </a:lnSpc>
              <a:spcBef>
                <a:spcPts val="0"/>
              </a:spcBef>
              <a:spcAft>
                <a:spcPts val="0"/>
              </a:spcAft>
              <a:buClr>
                <a:srgbClr val="000000"/>
              </a:buClr>
              <a:buSzPts val="1300"/>
              <a:buFont typeface="Arial"/>
              <a:buChar char="➢"/>
            </a:pPr>
            <a:r>
              <a:rPr lang="vi" sz="1300" dirty="0">
                <a:solidFill>
                  <a:srgbClr val="000000"/>
                </a:solidFill>
                <a:latin typeface="Times New Roman" panose="02020603050405020304" pitchFamily="18" charset="0"/>
                <a:ea typeface="Arial"/>
                <a:cs typeface="Times New Roman" panose="02020603050405020304" pitchFamily="18" charset="0"/>
                <a:sym typeface="Arial"/>
              </a:rPr>
              <a:t>Mỗi vùng 3 x 3: cũng phải có đủ các số từ 1-9.</a:t>
            </a:r>
            <a:endParaRPr sz="1300" dirty="0">
              <a:solidFill>
                <a:srgbClr val="000000"/>
              </a:solidFill>
              <a:latin typeface="Times New Roman" panose="02020603050405020304" pitchFamily="18" charset="0"/>
              <a:ea typeface="Arial"/>
              <a:cs typeface="Times New Roman" panose="02020603050405020304" pitchFamily="18" charset="0"/>
              <a:sym typeface="Arial"/>
            </a:endParaRPr>
          </a:p>
          <a:p>
            <a:pPr marL="0" lvl="0" indent="0" rtl="0">
              <a:lnSpc>
                <a:spcPct val="150000"/>
              </a:lnSpc>
              <a:spcBef>
                <a:spcPts val="1200"/>
              </a:spcBef>
              <a:spcAft>
                <a:spcPts val="1600"/>
              </a:spcAft>
              <a:buNone/>
            </a:pPr>
            <a:endParaRPr dirty="0">
              <a:latin typeface="Times New Roman" panose="02020603050405020304" pitchFamily="18" charset="0"/>
              <a:ea typeface="Roboto Mono"/>
              <a:cs typeface="Times New Roman" panose="02020603050405020304" pitchFamily="18" charset="0"/>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8"/>
          <p:cNvPicPr preferRelativeResize="0"/>
          <p:nvPr/>
        </p:nvPicPr>
        <p:blipFill>
          <a:blip r:embed="rId3">
            <a:alphaModFix/>
          </a:blip>
          <a:stretch>
            <a:fillRect/>
          </a:stretch>
        </p:blipFill>
        <p:spPr>
          <a:xfrm>
            <a:off x="324975" y="887800"/>
            <a:ext cx="3725375" cy="2848800"/>
          </a:xfrm>
          <a:prstGeom prst="rect">
            <a:avLst/>
          </a:prstGeom>
          <a:noFill/>
          <a:ln>
            <a:noFill/>
          </a:ln>
        </p:spPr>
      </p:pic>
      <p:pic>
        <p:nvPicPr>
          <p:cNvPr id="88" name="Google Shape;88;p18"/>
          <p:cNvPicPr preferRelativeResize="0"/>
          <p:nvPr/>
        </p:nvPicPr>
        <p:blipFill>
          <a:blip r:embed="rId4">
            <a:alphaModFix/>
          </a:blip>
          <a:stretch>
            <a:fillRect/>
          </a:stretch>
        </p:blipFill>
        <p:spPr>
          <a:xfrm>
            <a:off x="4950675" y="887800"/>
            <a:ext cx="3725356" cy="2848800"/>
          </a:xfrm>
          <a:prstGeom prst="rect">
            <a:avLst/>
          </a:prstGeom>
          <a:noFill/>
          <a:ln>
            <a:noFill/>
          </a:ln>
        </p:spPr>
      </p:pic>
      <p:pic>
        <p:nvPicPr>
          <p:cNvPr id="89" name="Google Shape;89;p18"/>
          <p:cNvPicPr preferRelativeResize="0"/>
          <p:nvPr/>
        </p:nvPicPr>
        <p:blipFill>
          <a:blip r:embed="rId5">
            <a:alphaModFix/>
          </a:blip>
          <a:stretch>
            <a:fillRect/>
          </a:stretch>
        </p:blipFill>
        <p:spPr>
          <a:xfrm>
            <a:off x="1593549" y="294112"/>
            <a:ext cx="5956900" cy="4555274"/>
          </a:xfrm>
          <a:prstGeom prst="rect">
            <a:avLst/>
          </a:prstGeom>
          <a:noFill/>
          <a:ln>
            <a:noFill/>
          </a:ln>
        </p:spPr>
      </p:pic>
      <p:pic>
        <p:nvPicPr>
          <p:cNvPr id="90" name="Google Shape;90;p18"/>
          <p:cNvPicPr preferRelativeResize="0"/>
          <p:nvPr/>
        </p:nvPicPr>
        <p:blipFill>
          <a:blip r:embed="rId6">
            <a:alphaModFix/>
          </a:blip>
          <a:stretch>
            <a:fillRect/>
          </a:stretch>
        </p:blipFill>
        <p:spPr>
          <a:xfrm>
            <a:off x="1593550" y="294113"/>
            <a:ext cx="5956900" cy="4555274"/>
          </a:xfrm>
          <a:prstGeom prst="rect">
            <a:avLst/>
          </a:prstGeom>
          <a:noFill/>
          <a:ln>
            <a:noFill/>
          </a:ln>
        </p:spPr>
      </p:pic>
      <p:pic>
        <p:nvPicPr>
          <p:cNvPr id="91" name="Google Shape;91;p18"/>
          <p:cNvPicPr preferRelativeResize="0"/>
          <p:nvPr/>
        </p:nvPicPr>
        <p:blipFill>
          <a:blip r:embed="rId7">
            <a:alphaModFix/>
          </a:blip>
          <a:stretch>
            <a:fillRect/>
          </a:stretch>
        </p:blipFill>
        <p:spPr>
          <a:xfrm>
            <a:off x="1593549" y="294101"/>
            <a:ext cx="5956900" cy="4555287"/>
          </a:xfrm>
          <a:prstGeom prst="rect">
            <a:avLst/>
          </a:prstGeom>
          <a:noFill/>
          <a:ln>
            <a:noFill/>
          </a:ln>
        </p:spPr>
      </p:pic>
      <p:pic>
        <p:nvPicPr>
          <p:cNvPr id="92" name="Google Shape;92;p18"/>
          <p:cNvPicPr preferRelativeResize="0"/>
          <p:nvPr/>
        </p:nvPicPr>
        <p:blipFill>
          <a:blip r:embed="rId8">
            <a:alphaModFix/>
          </a:blip>
          <a:stretch>
            <a:fillRect/>
          </a:stretch>
        </p:blipFill>
        <p:spPr>
          <a:xfrm>
            <a:off x="1593550" y="294094"/>
            <a:ext cx="5956900" cy="4555294"/>
          </a:xfrm>
          <a:prstGeom prst="rect">
            <a:avLst/>
          </a:prstGeom>
          <a:noFill/>
          <a:ln>
            <a:noFill/>
          </a:ln>
        </p:spPr>
      </p:pic>
      <p:pic>
        <p:nvPicPr>
          <p:cNvPr id="93" name="Google Shape;93;p18"/>
          <p:cNvPicPr preferRelativeResize="0"/>
          <p:nvPr/>
        </p:nvPicPr>
        <p:blipFill>
          <a:blip r:embed="rId9">
            <a:alphaModFix/>
          </a:blip>
          <a:stretch>
            <a:fillRect/>
          </a:stretch>
        </p:blipFill>
        <p:spPr>
          <a:xfrm>
            <a:off x="1593574" y="294112"/>
            <a:ext cx="5956852" cy="4555250"/>
          </a:xfrm>
          <a:prstGeom prst="rect">
            <a:avLst/>
          </a:prstGeom>
          <a:noFill/>
          <a:ln>
            <a:noFill/>
          </a:ln>
        </p:spPr>
      </p:pic>
      <p:pic>
        <p:nvPicPr>
          <p:cNvPr id="94" name="Google Shape;94;p18"/>
          <p:cNvPicPr preferRelativeResize="0"/>
          <p:nvPr/>
        </p:nvPicPr>
        <p:blipFill>
          <a:blip r:embed="rId10">
            <a:alphaModFix/>
          </a:blip>
          <a:stretch>
            <a:fillRect/>
          </a:stretch>
        </p:blipFill>
        <p:spPr>
          <a:xfrm>
            <a:off x="1593574" y="294100"/>
            <a:ext cx="5956852" cy="4555250"/>
          </a:xfrm>
          <a:prstGeom prst="rect">
            <a:avLst/>
          </a:prstGeom>
          <a:noFill/>
          <a:ln>
            <a:noFill/>
          </a:ln>
        </p:spPr>
      </p:pic>
      <p:pic>
        <p:nvPicPr>
          <p:cNvPr id="95" name="Google Shape;95;p18"/>
          <p:cNvPicPr preferRelativeResize="0"/>
          <p:nvPr/>
        </p:nvPicPr>
        <p:blipFill>
          <a:blip r:embed="rId11">
            <a:alphaModFix/>
          </a:blip>
          <a:stretch>
            <a:fillRect/>
          </a:stretch>
        </p:blipFill>
        <p:spPr>
          <a:xfrm>
            <a:off x="1593550" y="294125"/>
            <a:ext cx="5873577" cy="4491575"/>
          </a:xfrm>
          <a:prstGeom prst="rect">
            <a:avLst/>
          </a:prstGeom>
          <a:noFill/>
          <a:ln>
            <a:noFill/>
          </a:ln>
        </p:spPr>
      </p:pic>
      <p:pic>
        <p:nvPicPr>
          <p:cNvPr id="96" name="Google Shape;96;p18"/>
          <p:cNvPicPr preferRelativeResize="0"/>
          <p:nvPr/>
        </p:nvPicPr>
        <p:blipFill>
          <a:blip r:embed="rId12">
            <a:alphaModFix/>
          </a:blip>
          <a:stretch>
            <a:fillRect/>
          </a:stretch>
        </p:blipFill>
        <p:spPr>
          <a:xfrm>
            <a:off x="1593574" y="294100"/>
            <a:ext cx="6002097" cy="4589850"/>
          </a:xfrm>
          <a:prstGeom prst="rect">
            <a:avLst/>
          </a:prstGeom>
          <a:noFill/>
          <a:ln>
            <a:noFill/>
          </a:ln>
        </p:spPr>
      </p:pic>
      <p:pic>
        <p:nvPicPr>
          <p:cNvPr id="97" name="Google Shape;97;p18"/>
          <p:cNvPicPr preferRelativeResize="0"/>
          <p:nvPr/>
        </p:nvPicPr>
        <p:blipFill>
          <a:blip r:embed="rId13">
            <a:alphaModFix/>
          </a:blip>
          <a:stretch>
            <a:fillRect/>
          </a:stretch>
        </p:blipFill>
        <p:spPr>
          <a:xfrm>
            <a:off x="1593550" y="294056"/>
            <a:ext cx="5956900" cy="4555294"/>
          </a:xfrm>
          <a:prstGeom prst="rect">
            <a:avLst/>
          </a:prstGeom>
          <a:noFill/>
          <a:ln>
            <a:noFill/>
          </a:ln>
        </p:spPr>
      </p:pic>
      <p:pic>
        <p:nvPicPr>
          <p:cNvPr id="98" name="Google Shape;98;p18"/>
          <p:cNvPicPr preferRelativeResize="0"/>
          <p:nvPr/>
        </p:nvPicPr>
        <p:blipFill>
          <a:blip r:embed="rId14">
            <a:alphaModFix/>
          </a:blip>
          <a:stretch>
            <a:fillRect/>
          </a:stretch>
        </p:blipFill>
        <p:spPr>
          <a:xfrm>
            <a:off x="1593574" y="294100"/>
            <a:ext cx="6002097" cy="4589850"/>
          </a:xfrm>
          <a:prstGeom prst="rect">
            <a:avLst/>
          </a:prstGeom>
          <a:noFill/>
          <a:ln>
            <a:noFill/>
          </a:ln>
        </p:spPr>
      </p:pic>
      <p:pic>
        <p:nvPicPr>
          <p:cNvPr id="99" name="Google Shape;99;p18"/>
          <p:cNvPicPr preferRelativeResize="0"/>
          <p:nvPr/>
        </p:nvPicPr>
        <p:blipFill>
          <a:blip r:embed="rId15">
            <a:alphaModFix/>
          </a:blip>
          <a:stretch>
            <a:fillRect/>
          </a:stretch>
        </p:blipFill>
        <p:spPr>
          <a:xfrm>
            <a:off x="1593574" y="328701"/>
            <a:ext cx="5956849" cy="4555248"/>
          </a:xfrm>
          <a:prstGeom prst="rect">
            <a:avLst/>
          </a:prstGeom>
          <a:noFill/>
          <a:ln>
            <a:noFill/>
          </a:ln>
        </p:spPr>
      </p:pic>
      <p:pic>
        <p:nvPicPr>
          <p:cNvPr id="100" name="Google Shape;100;p18"/>
          <p:cNvPicPr preferRelativeResize="0"/>
          <p:nvPr/>
        </p:nvPicPr>
        <p:blipFill>
          <a:blip r:embed="rId16">
            <a:alphaModFix/>
          </a:blip>
          <a:stretch>
            <a:fillRect/>
          </a:stretch>
        </p:blipFill>
        <p:spPr>
          <a:xfrm>
            <a:off x="1593574" y="294100"/>
            <a:ext cx="6002097" cy="4589850"/>
          </a:xfrm>
          <a:prstGeom prst="rect">
            <a:avLst/>
          </a:prstGeom>
          <a:noFill/>
          <a:ln>
            <a:noFill/>
          </a:ln>
        </p:spPr>
      </p:pic>
      <p:pic>
        <p:nvPicPr>
          <p:cNvPr id="101" name="Google Shape;101;p18"/>
          <p:cNvPicPr preferRelativeResize="0"/>
          <p:nvPr/>
        </p:nvPicPr>
        <p:blipFill>
          <a:blip r:embed="rId17">
            <a:alphaModFix/>
          </a:blip>
          <a:stretch>
            <a:fillRect/>
          </a:stretch>
        </p:blipFill>
        <p:spPr>
          <a:xfrm>
            <a:off x="1593574" y="294100"/>
            <a:ext cx="6002097" cy="4589850"/>
          </a:xfrm>
          <a:prstGeom prst="rect">
            <a:avLst/>
          </a:prstGeom>
          <a:noFill/>
          <a:ln>
            <a:noFill/>
          </a:ln>
        </p:spPr>
      </p:pic>
      <p:pic>
        <p:nvPicPr>
          <p:cNvPr id="102" name="Google Shape;102;p18"/>
          <p:cNvPicPr preferRelativeResize="0"/>
          <p:nvPr/>
        </p:nvPicPr>
        <p:blipFill>
          <a:blip r:embed="rId18">
            <a:alphaModFix/>
          </a:blip>
          <a:stretch>
            <a:fillRect/>
          </a:stretch>
        </p:blipFill>
        <p:spPr>
          <a:xfrm>
            <a:off x="1593549" y="294100"/>
            <a:ext cx="6002097" cy="4589850"/>
          </a:xfrm>
          <a:prstGeom prst="rect">
            <a:avLst/>
          </a:prstGeom>
          <a:noFill/>
          <a:ln>
            <a:noFill/>
          </a:ln>
        </p:spPr>
      </p:pic>
      <p:pic>
        <p:nvPicPr>
          <p:cNvPr id="103" name="Google Shape;103;p18"/>
          <p:cNvPicPr preferRelativeResize="0"/>
          <p:nvPr/>
        </p:nvPicPr>
        <p:blipFill>
          <a:blip r:embed="rId19">
            <a:alphaModFix/>
          </a:blip>
          <a:stretch>
            <a:fillRect/>
          </a:stretch>
        </p:blipFill>
        <p:spPr>
          <a:xfrm>
            <a:off x="1593549" y="294100"/>
            <a:ext cx="6002097" cy="4589850"/>
          </a:xfrm>
          <a:prstGeom prst="rect">
            <a:avLst/>
          </a:prstGeom>
          <a:noFill/>
          <a:ln>
            <a:noFill/>
          </a:ln>
        </p:spPr>
      </p:pic>
      <p:pic>
        <p:nvPicPr>
          <p:cNvPr id="104" name="Google Shape;104;p18"/>
          <p:cNvPicPr preferRelativeResize="0"/>
          <p:nvPr/>
        </p:nvPicPr>
        <p:blipFill>
          <a:blip r:embed="rId20">
            <a:alphaModFix/>
          </a:blip>
          <a:stretch>
            <a:fillRect/>
          </a:stretch>
        </p:blipFill>
        <p:spPr>
          <a:xfrm>
            <a:off x="1593549" y="294100"/>
            <a:ext cx="6002097" cy="4589850"/>
          </a:xfrm>
          <a:prstGeom prst="rect">
            <a:avLst/>
          </a:prstGeom>
          <a:noFill/>
          <a:ln>
            <a:noFill/>
          </a:ln>
        </p:spPr>
      </p:pic>
      <p:pic>
        <p:nvPicPr>
          <p:cNvPr id="105" name="Google Shape;105;p18"/>
          <p:cNvPicPr preferRelativeResize="0"/>
          <p:nvPr/>
        </p:nvPicPr>
        <p:blipFill>
          <a:blip r:embed="rId21">
            <a:alphaModFix/>
          </a:blip>
          <a:stretch>
            <a:fillRect/>
          </a:stretch>
        </p:blipFill>
        <p:spPr>
          <a:xfrm>
            <a:off x="1593574" y="294100"/>
            <a:ext cx="6002097" cy="4589850"/>
          </a:xfrm>
          <a:prstGeom prst="rect">
            <a:avLst/>
          </a:prstGeom>
          <a:noFill/>
          <a:ln>
            <a:noFill/>
          </a:ln>
        </p:spPr>
      </p:pic>
      <p:pic>
        <p:nvPicPr>
          <p:cNvPr id="106" name="Google Shape;106;p18"/>
          <p:cNvPicPr preferRelativeResize="0"/>
          <p:nvPr/>
        </p:nvPicPr>
        <p:blipFill>
          <a:blip r:embed="rId22">
            <a:alphaModFix/>
          </a:blip>
          <a:stretch>
            <a:fillRect/>
          </a:stretch>
        </p:blipFill>
        <p:spPr>
          <a:xfrm>
            <a:off x="1593574" y="294100"/>
            <a:ext cx="6002097" cy="4589850"/>
          </a:xfrm>
          <a:prstGeom prst="rect">
            <a:avLst/>
          </a:prstGeom>
          <a:noFill/>
          <a:ln>
            <a:noFill/>
          </a:ln>
        </p:spPr>
      </p:pic>
      <p:pic>
        <p:nvPicPr>
          <p:cNvPr id="107" name="Google Shape;107;p18"/>
          <p:cNvPicPr preferRelativeResize="0"/>
          <p:nvPr/>
        </p:nvPicPr>
        <p:blipFill>
          <a:blip r:embed="rId23">
            <a:alphaModFix/>
          </a:blip>
          <a:stretch>
            <a:fillRect/>
          </a:stretch>
        </p:blipFill>
        <p:spPr>
          <a:xfrm>
            <a:off x="1593574" y="294100"/>
            <a:ext cx="6002097" cy="4589850"/>
          </a:xfrm>
          <a:prstGeom prst="rect">
            <a:avLst/>
          </a:prstGeom>
          <a:noFill/>
          <a:ln>
            <a:noFill/>
          </a:ln>
        </p:spPr>
      </p:pic>
      <p:pic>
        <p:nvPicPr>
          <p:cNvPr id="108" name="Google Shape;108;p18"/>
          <p:cNvPicPr preferRelativeResize="0"/>
          <p:nvPr/>
        </p:nvPicPr>
        <p:blipFill>
          <a:blip r:embed="rId24">
            <a:alphaModFix/>
          </a:blip>
          <a:stretch>
            <a:fillRect/>
          </a:stretch>
        </p:blipFill>
        <p:spPr>
          <a:xfrm>
            <a:off x="1570949" y="294100"/>
            <a:ext cx="6002097" cy="4589850"/>
          </a:xfrm>
          <a:prstGeom prst="rect">
            <a:avLst/>
          </a:prstGeom>
          <a:noFill/>
          <a:ln>
            <a:noFill/>
          </a:ln>
        </p:spPr>
      </p:pic>
      <p:pic>
        <p:nvPicPr>
          <p:cNvPr id="109" name="Google Shape;109;p18"/>
          <p:cNvPicPr preferRelativeResize="0"/>
          <p:nvPr/>
        </p:nvPicPr>
        <p:blipFill>
          <a:blip r:embed="rId25">
            <a:alphaModFix/>
          </a:blip>
          <a:stretch>
            <a:fillRect/>
          </a:stretch>
        </p:blipFill>
        <p:spPr>
          <a:xfrm>
            <a:off x="1593574" y="294100"/>
            <a:ext cx="6002097" cy="4589850"/>
          </a:xfrm>
          <a:prstGeom prst="rect">
            <a:avLst/>
          </a:prstGeom>
          <a:noFill/>
          <a:ln>
            <a:noFill/>
          </a:ln>
        </p:spPr>
      </p:pic>
      <p:pic>
        <p:nvPicPr>
          <p:cNvPr id="110" name="Google Shape;110;p18"/>
          <p:cNvPicPr preferRelativeResize="0"/>
          <p:nvPr/>
        </p:nvPicPr>
        <p:blipFill>
          <a:blip r:embed="rId26">
            <a:alphaModFix/>
          </a:blip>
          <a:stretch>
            <a:fillRect/>
          </a:stretch>
        </p:blipFill>
        <p:spPr>
          <a:xfrm>
            <a:off x="1570950" y="294097"/>
            <a:ext cx="6002100" cy="4589853"/>
          </a:xfrm>
          <a:prstGeom prst="rect">
            <a:avLst/>
          </a:prstGeom>
          <a:noFill/>
          <a:ln>
            <a:noFill/>
          </a:ln>
        </p:spPr>
      </p:pic>
      <p:pic>
        <p:nvPicPr>
          <p:cNvPr id="111" name="Google Shape;111;p18"/>
          <p:cNvPicPr preferRelativeResize="0"/>
          <p:nvPr/>
        </p:nvPicPr>
        <p:blipFill>
          <a:blip r:embed="rId27">
            <a:alphaModFix/>
          </a:blip>
          <a:stretch>
            <a:fillRect/>
          </a:stretch>
        </p:blipFill>
        <p:spPr>
          <a:xfrm>
            <a:off x="1570949" y="234825"/>
            <a:ext cx="6079625" cy="4649125"/>
          </a:xfrm>
          <a:prstGeom prst="rect">
            <a:avLst/>
          </a:prstGeom>
          <a:noFill/>
          <a:ln>
            <a:noFill/>
          </a:ln>
        </p:spPr>
      </p:pic>
      <p:pic>
        <p:nvPicPr>
          <p:cNvPr id="112" name="Google Shape;112;p18"/>
          <p:cNvPicPr preferRelativeResize="0"/>
          <p:nvPr/>
        </p:nvPicPr>
        <p:blipFill>
          <a:blip r:embed="rId28">
            <a:alphaModFix/>
          </a:blip>
          <a:stretch>
            <a:fillRect/>
          </a:stretch>
        </p:blipFill>
        <p:spPr>
          <a:xfrm>
            <a:off x="1570949" y="234825"/>
            <a:ext cx="6079611" cy="4649125"/>
          </a:xfrm>
          <a:prstGeom prst="rect">
            <a:avLst/>
          </a:prstGeom>
          <a:noFill/>
          <a:ln>
            <a:noFill/>
          </a:ln>
        </p:spPr>
      </p:pic>
      <p:pic>
        <p:nvPicPr>
          <p:cNvPr id="113" name="Google Shape;113;p18"/>
          <p:cNvPicPr preferRelativeResize="0"/>
          <p:nvPr/>
        </p:nvPicPr>
        <p:blipFill>
          <a:blip r:embed="rId29">
            <a:alphaModFix/>
          </a:blip>
          <a:stretch>
            <a:fillRect/>
          </a:stretch>
        </p:blipFill>
        <p:spPr>
          <a:xfrm>
            <a:off x="1570950" y="234809"/>
            <a:ext cx="6079625" cy="4649141"/>
          </a:xfrm>
          <a:prstGeom prst="rect">
            <a:avLst/>
          </a:prstGeom>
          <a:noFill/>
          <a:ln>
            <a:noFill/>
          </a:ln>
        </p:spPr>
      </p:pic>
      <p:pic>
        <p:nvPicPr>
          <p:cNvPr id="114" name="Google Shape;114;p18"/>
          <p:cNvPicPr preferRelativeResize="0"/>
          <p:nvPr/>
        </p:nvPicPr>
        <p:blipFill>
          <a:blip r:embed="rId30">
            <a:alphaModFix/>
          </a:blip>
          <a:stretch>
            <a:fillRect/>
          </a:stretch>
        </p:blipFill>
        <p:spPr>
          <a:xfrm>
            <a:off x="1570950" y="264467"/>
            <a:ext cx="6079625" cy="4649121"/>
          </a:xfrm>
          <a:prstGeom prst="rect">
            <a:avLst/>
          </a:prstGeom>
          <a:noFill/>
          <a:ln>
            <a:noFill/>
          </a:ln>
        </p:spPr>
      </p:pic>
      <p:pic>
        <p:nvPicPr>
          <p:cNvPr id="115" name="Google Shape;115;p18"/>
          <p:cNvPicPr preferRelativeResize="0"/>
          <p:nvPr/>
        </p:nvPicPr>
        <p:blipFill>
          <a:blip r:embed="rId31">
            <a:alphaModFix/>
          </a:blip>
          <a:stretch>
            <a:fillRect/>
          </a:stretch>
        </p:blipFill>
        <p:spPr>
          <a:xfrm>
            <a:off x="1593575" y="205775"/>
            <a:ext cx="6187921" cy="4731950"/>
          </a:xfrm>
          <a:prstGeom prst="rect">
            <a:avLst/>
          </a:prstGeom>
          <a:noFill/>
          <a:ln>
            <a:noFill/>
          </a:ln>
        </p:spPr>
      </p:pic>
      <p:pic>
        <p:nvPicPr>
          <p:cNvPr id="116" name="Google Shape;116;p18"/>
          <p:cNvPicPr preferRelativeResize="0"/>
          <p:nvPr/>
        </p:nvPicPr>
        <p:blipFill>
          <a:blip r:embed="rId32">
            <a:alphaModFix/>
          </a:blip>
          <a:stretch>
            <a:fillRect/>
          </a:stretch>
        </p:blipFill>
        <p:spPr>
          <a:xfrm>
            <a:off x="1593574" y="240347"/>
            <a:ext cx="6187926" cy="4731954"/>
          </a:xfrm>
          <a:prstGeom prst="rect">
            <a:avLst/>
          </a:prstGeom>
          <a:noFill/>
          <a:ln>
            <a:noFill/>
          </a:ln>
        </p:spPr>
      </p:pic>
      <p:pic>
        <p:nvPicPr>
          <p:cNvPr id="117" name="Google Shape;117;p18"/>
          <p:cNvPicPr preferRelativeResize="0"/>
          <p:nvPr/>
        </p:nvPicPr>
        <p:blipFill>
          <a:blip r:embed="rId33">
            <a:alphaModFix/>
          </a:blip>
          <a:stretch>
            <a:fillRect/>
          </a:stretch>
        </p:blipFill>
        <p:spPr>
          <a:xfrm>
            <a:off x="1593574" y="240346"/>
            <a:ext cx="6187926" cy="4731954"/>
          </a:xfrm>
          <a:prstGeom prst="rect">
            <a:avLst/>
          </a:prstGeom>
          <a:noFill/>
          <a:ln>
            <a:noFill/>
          </a:ln>
        </p:spPr>
      </p:pic>
      <p:pic>
        <p:nvPicPr>
          <p:cNvPr id="118" name="Google Shape;118;p18"/>
          <p:cNvPicPr preferRelativeResize="0"/>
          <p:nvPr/>
        </p:nvPicPr>
        <p:blipFill>
          <a:blip r:embed="rId34">
            <a:alphaModFix/>
          </a:blip>
          <a:stretch>
            <a:fillRect/>
          </a:stretch>
        </p:blipFill>
        <p:spPr>
          <a:xfrm>
            <a:off x="1593574" y="223046"/>
            <a:ext cx="6187926" cy="4731954"/>
          </a:xfrm>
          <a:prstGeom prst="rect">
            <a:avLst/>
          </a:prstGeom>
          <a:noFill/>
          <a:ln>
            <a:noFill/>
          </a:ln>
        </p:spPr>
      </p:pic>
      <p:pic>
        <p:nvPicPr>
          <p:cNvPr id="119" name="Google Shape;119;p18"/>
          <p:cNvPicPr preferRelativeResize="0"/>
          <p:nvPr/>
        </p:nvPicPr>
        <p:blipFill>
          <a:blip r:embed="rId35">
            <a:alphaModFix/>
          </a:blip>
          <a:stretch>
            <a:fillRect/>
          </a:stretch>
        </p:blipFill>
        <p:spPr>
          <a:xfrm>
            <a:off x="1516800" y="205775"/>
            <a:ext cx="6187926" cy="4854876"/>
          </a:xfrm>
          <a:prstGeom prst="rect">
            <a:avLst/>
          </a:prstGeom>
          <a:noFill/>
          <a:ln>
            <a:noFill/>
          </a:ln>
        </p:spPr>
      </p:pic>
      <p:pic>
        <p:nvPicPr>
          <p:cNvPr id="120" name="Google Shape;120;p18"/>
          <p:cNvPicPr preferRelativeResize="0"/>
          <p:nvPr/>
        </p:nvPicPr>
        <p:blipFill>
          <a:blip r:embed="rId36">
            <a:alphaModFix/>
          </a:blip>
          <a:stretch>
            <a:fillRect/>
          </a:stretch>
        </p:blipFill>
        <p:spPr>
          <a:xfrm>
            <a:off x="1479237" y="152912"/>
            <a:ext cx="6416602" cy="4906826"/>
          </a:xfrm>
          <a:prstGeom prst="rect">
            <a:avLst/>
          </a:prstGeom>
          <a:noFill/>
          <a:ln>
            <a:noFill/>
          </a:ln>
        </p:spPr>
      </p:pic>
      <p:pic>
        <p:nvPicPr>
          <p:cNvPr id="121" name="Google Shape;121;p18"/>
          <p:cNvPicPr preferRelativeResize="0"/>
          <p:nvPr/>
        </p:nvPicPr>
        <p:blipFill>
          <a:blip r:embed="rId37">
            <a:alphaModFix/>
          </a:blip>
          <a:stretch>
            <a:fillRect/>
          </a:stretch>
        </p:blipFill>
        <p:spPr>
          <a:xfrm>
            <a:off x="1500638" y="205727"/>
            <a:ext cx="6187926" cy="4731936"/>
          </a:xfrm>
          <a:prstGeom prst="rect">
            <a:avLst/>
          </a:prstGeom>
          <a:noFill/>
          <a:ln>
            <a:noFill/>
          </a:ln>
        </p:spPr>
      </p:pic>
      <p:pic>
        <p:nvPicPr>
          <p:cNvPr id="122" name="Google Shape;122;p18"/>
          <p:cNvPicPr preferRelativeResize="0"/>
          <p:nvPr/>
        </p:nvPicPr>
        <p:blipFill>
          <a:blip r:embed="rId38">
            <a:alphaModFix/>
          </a:blip>
          <a:stretch>
            <a:fillRect/>
          </a:stretch>
        </p:blipFill>
        <p:spPr>
          <a:xfrm>
            <a:off x="1490538" y="247151"/>
            <a:ext cx="6079600" cy="4649099"/>
          </a:xfrm>
          <a:prstGeom prst="rect">
            <a:avLst/>
          </a:prstGeom>
          <a:noFill/>
          <a:ln>
            <a:noFill/>
          </a:ln>
        </p:spPr>
      </p:pic>
      <p:pic>
        <p:nvPicPr>
          <p:cNvPr id="123" name="Google Shape;123;p18"/>
          <p:cNvPicPr preferRelativeResize="0"/>
          <p:nvPr/>
        </p:nvPicPr>
        <p:blipFill>
          <a:blip r:embed="rId39">
            <a:alphaModFix/>
          </a:blip>
          <a:stretch>
            <a:fillRect/>
          </a:stretch>
        </p:blipFill>
        <p:spPr>
          <a:xfrm>
            <a:off x="1513188" y="205775"/>
            <a:ext cx="6348691" cy="4854876"/>
          </a:xfrm>
          <a:prstGeom prst="rect">
            <a:avLst/>
          </a:prstGeom>
          <a:noFill/>
          <a:ln>
            <a:noFill/>
          </a:ln>
        </p:spPr>
      </p:pic>
      <p:pic>
        <p:nvPicPr>
          <p:cNvPr id="124" name="Google Shape;124;p18"/>
          <p:cNvPicPr preferRelativeResize="0"/>
          <p:nvPr/>
        </p:nvPicPr>
        <p:blipFill>
          <a:blip r:embed="rId40">
            <a:alphaModFix/>
          </a:blip>
          <a:stretch>
            <a:fillRect/>
          </a:stretch>
        </p:blipFill>
        <p:spPr>
          <a:xfrm>
            <a:off x="1516787" y="267234"/>
            <a:ext cx="6187926" cy="4731954"/>
          </a:xfrm>
          <a:prstGeom prst="rect">
            <a:avLst/>
          </a:prstGeom>
          <a:noFill/>
          <a:ln>
            <a:noFill/>
          </a:ln>
        </p:spPr>
      </p:pic>
      <p:pic>
        <p:nvPicPr>
          <p:cNvPr id="125" name="Google Shape;125;p18"/>
          <p:cNvPicPr preferRelativeResize="0"/>
          <p:nvPr/>
        </p:nvPicPr>
        <p:blipFill>
          <a:blip r:embed="rId41">
            <a:alphaModFix/>
          </a:blip>
          <a:stretch>
            <a:fillRect/>
          </a:stretch>
        </p:blipFill>
        <p:spPr>
          <a:xfrm>
            <a:off x="1490524" y="122956"/>
            <a:ext cx="6348675" cy="4854869"/>
          </a:xfrm>
          <a:prstGeom prst="rect">
            <a:avLst/>
          </a:prstGeom>
          <a:noFill/>
          <a:ln>
            <a:noFill/>
          </a:ln>
        </p:spPr>
      </p:pic>
      <p:pic>
        <p:nvPicPr>
          <p:cNvPr id="126" name="Google Shape;126;p18"/>
          <p:cNvPicPr preferRelativeResize="0"/>
          <p:nvPr/>
        </p:nvPicPr>
        <p:blipFill>
          <a:blip r:embed="rId42">
            <a:alphaModFix/>
          </a:blip>
          <a:stretch>
            <a:fillRect/>
          </a:stretch>
        </p:blipFill>
        <p:spPr>
          <a:xfrm>
            <a:off x="1707924" y="267234"/>
            <a:ext cx="6187926" cy="4731954"/>
          </a:xfrm>
          <a:prstGeom prst="rect">
            <a:avLst/>
          </a:prstGeom>
          <a:noFill/>
          <a:ln>
            <a:noFill/>
          </a:ln>
        </p:spPr>
      </p:pic>
      <p:pic>
        <p:nvPicPr>
          <p:cNvPr id="127" name="Google Shape;127;p18"/>
          <p:cNvPicPr preferRelativeResize="0"/>
          <p:nvPr/>
        </p:nvPicPr>
        <p:blipFill>
          <a:blip r:embed="rId43">
            <a:alphaModFix/>
          </a:blip>
          <a:stretch>
            <a:fillRect/>
          </a:stretch>
        </p:blipFill>
        <p:spPr>
          <a:xfrm>
            <a:off x="1479224" y="338286"/>
            <a:ext cx="6002100" cy="4589851"/>
          </a:xfrm>
          <a:prstGeom prst="rect">
            <a:avLst/>
          </a:prstGeom>
          <a:noFill/>
          <a:ln>
            <a:noFill/>
          </a:ln>
        </p:spPr>
      </p:pic>
      <p:pic>
        <p:nvPicPr>
          <p:cNvPr id="128" name="Google Shape;128;p18"/>
          <p:cNvPicPr preferRelativeResize="0"/>
          <p:nvPr/>
        </p:nvPicPr>
        <p:blipFill>
          <a:blip r:embed="rId44">
            <a:alphaModFix/>
          </a:blip>
          <a:stretch>
            <a:fillRect/>
          </a:stretch>
        </p:blipFill>
        <p:spPr>
          <a:xfrm>
            <a:off x="1293374" y="267227"/>
            <a:ext cx="6187951" cy="4731973"/>
          </a:xfrm>
          <a:prstGeom prst="rect">
            <a:avLst/>
          </a:prstGeom>
          <a:noFill/>
          <a:ln>
            <a:noFill/>
          </a:ln>
        </p:spPr>
      </p:pic>
      <p:pic>
        <p:nvPicPr>
          <p:cNvPr id="129" name="Google Shape;129;p18"/>
          <p:cNvPicPr preferRelativeResize="0"/>
          <p:nvPr/>
        </p:nvPicPr>
        <p:blipFill>
          <a:blip r:embed="rId45">
            <a:alphaModFix/>
          </a:blip>
          <a:stretch>
            <a:fillRect/>
          </a:stretch>
        </p:blipFill>
        <p:spPr>
          <a:xfrm>
            <a:off x="1529287" y="338286"/>
            <a:ext cx="6002100" cy="45898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fade">
                                      <p:cBhvr>
                                        <p:cTn id="12" dur="1000"/>
                                        <p:tgtEl>
                                          <p:spTgt spid="88"/>
                                        </p:tgtEl>
                                      </p:cBhvr>
                                    </p:animEffect>
                                  </p:childTnLst>
                                </p:cTn>
                              </p:par>
                            </p:childTnLst>
                          </p:cTn>
                        </p:par>
                        <p:par>
                          <p:cTn id="13" fill="hold">
                            <p:stCondLst>
                              <p:cond delay="1000"/>
                            </p:stCondLst>
                            <p:childTnLst>
                              <p:par>
                                <p:cTn id="14" presetID="1" presetClass="exit" presetSubtype="0" fill="hold" nodeType="afterEffect">
                                  <p:stCondLst>
                                    <p:cond delay="0"/>
                                  </p:stCondLst>
                                  <p:childTnLst>
                                    <p:set>
                                      <p:cBhvr>
                                        <p:cTn id="15" dur="1" fill="hold">
                                          <p:stCondLst>
                                            <p:cond delay="1000"/>
                                          </p:stCondLst>
                                        </p:cTn>
                                        <p:tgtEl>
                                          <p:spTgt spid="87"/>
                                        </p:tgtEl>
                                        <p:attrNameLst>
                                          <p:attrName>style.visibility</p:attrName>
                                        </p:attrNameLst>
                                      </p:cBhvr>
                                      <p:to>
                                        <p:strVal val="hidden"/>
                                      </p:to>
                                    </p:set>
                                  </p:childTnLst>
                                </p:cTn>
                              </p:par>
                            </p:childTnLst>
                          </p:cTn>
                        </p:par>
                        <p:par>
                          <p:cTn id="16" fill="hold">
                            <p:stCondLst>
                              <p:cond delay="2000"/>
                            </p:stCondLst>
                            <p:childTnLst>
                              <p:par>
                                <p:cTn id="17" presetID="1" presetClass="exit" presetSubtype="0" fill="hold" nodeType="afterEffect">
                                  <p:stCondLst>
                                    <p:cond delay="0"/>
                                  </p:stCondLst>
                                  <p:childTnLst>
                                    <p:set>
                                      <p:cBhvr>
                                        <p:cTn id="18" dur="1" fill="hold">
                                          <p:stCondLst>
                                            <p:cond delay="1000"/>
                                          </p:stCondLst>
                                        </p:cTn>
                                        <p:tgtEl>
                                          <p:spTgt spid="8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animEffect transition="in" filter="fade">
                                      <p:cBhvr>
                                        <p:cTn id="23" dur="1000"/>
                                        <p:tgtEl>
                                          <p:spTgt spid="8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0"/>
                                        </p:tgtEl>
                                        <p:attrNameLst>
                                          <p:attrName>style.visibility</p:attrName>
                                        </p:attrNameLst>
                                      </p:cBhvr>
                                      <p:to>
                                        <p:strVal val="visible"/>
                                      </p:to>
                                    </p:set>
                                    <p:animEffect transition="in" filter="fade">
                                      <p:cBhvr>
                                        <p:cTn id="28" dur="1000"/>
                                        <p:tgtEl>
                                          <p:spTgt spid="9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1"/>
                                        </p:tgtEl>
                                        <p:attrNameLst>
                                          <p:attrName>style.visibility</p:attrName>
                                        </p:attrNameLst>
                                      </p:cBhvr>
                                      <p:to>
                                        <p:strVal val="visible"/>
                                      </p:to>
                                    </p:set>
                                    <p:animEffect transition="in" filter="fade">
                                      <p:cBhvr>
                                        <p:cTn id="33" dur="1000"/>
                                        <p:tgtEl>
                                          <p:spTgt spid="9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92"/>
                                        </p:tgtEl>
                                        <p:attrNameLst>
                                          <p:attrName>style.visibility</p:attrName>
                                        </p:attrNameLst>
                                      </p:cBhvr>
                                      <p:to>
                                        <p:strVal val="visible"/>
                                      </p:to>
                                    </p:set>
                                    <p:animEffect transition="in" filter="fade">
                                      <p:cBhvr>
                                        <p:cTn id="38" dur="1000"/>
                                        <p:tgtEl>
                                          <p:spTgt spid="9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1000"/>
                                        <p:tgtEl>
                                          <p:spTgt spid="9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4"/>
                                        </p:tgtEl>
                                        <p:attrNameLst>
                                          <p:attrName>style.visibility</p:attrName>
                                        </p:attrNameLst>
                                      </p:cBhvr>
                                      <p:to>
                                        <p:strVal val="visible"/>
                                      </p:to>
                                    </p:set>
                                    <p:animEffect transition="in" filter="fade">
                                      <p:cBhvr>
                                        <p:cTn id="48" dur="1000"/>
                                        <p:tgtEl>
                                          <p:spTgt spid="9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95"/>
                                        </p:tgtEl>
                                        <p:attrNameLst>
                                          <p:attrName>style.visibility</p:attrName>
                                        </p:attrNameLst>
                                      </p:cBhvr>
                                      <p:to>
                                        <p:strVal val="visible"/>
                                      </p:to>
                                    </p:set>
                                    <p:animEffect transition="in" filter="fade">
                                      <p:cBhvr>
                                        <p:cTn id="53" dur="1000"/>
                                        <p:tgtEl>
                                          <p:spTgt spid="9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96"/>
                                        </p:tgtEl>
                                        <p:attrNameLst>
                                          <p:attrName>style.visibility</p:attrName>
                                        </p:attrNameLst>
                                      </p:cBhvr>
                                      <p:to>
                                        <p:strVal val="visible"/>
                                      </p:to>
                                    </p:set>
                                    <p:animEffect transition="in" filter="fade">
                                      <p:cBhvr>
                                        <p:cTn id="58" dur="1000"/>
                                        <p:tgtEl>
                                          <p:spTgt spid="9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97"/>
                                        </p:tgtEl>
                                        <p:attrNameLst>
                                          <p:attrName>style.visibility</p:attrName>
                                        </p:attrNameLst>
                                      </p:cBhvr>
                                      <p:to>
                                        <p:strVal val="visible"/>
                                      </p:to>
                                    </p:set>
                                    <p:animEffect transition="in" filter="fade">
                                      <p:cBhvr>
                                        <p:cTn id="63" dur="1000"/>
                                        <p:tgtEl>
                                          <p:spTgt spid="9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8"/>
                                        </p:tgtEl>
                                        <p:attrNameLst>
                                          <p:attrName>style.visibility</p:attrName>
                                        </p:attrNameLst>
                                      </p:cBhvr>
                                      <p:to>
                                        <p:strVal val="visible"/>
                                      </p:to>
                                    </p:set>
                                    <p:animEffect transition="in" filter="fade">
                                      <p:cBhvr>
                                        <p:cTn id="68" dur="1000"/>
                                        <p:tgtEl>
                                          <p:spTgt spid="9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99"/>
                                        </p:tgtEl>
                                        <p:attrNameLst>
                                          <p:attrName>style.visibility</p:attrName>
                                        </p:attrNameLst>
                                      </p:cBhvr>
                                      <p:to>
                                        <p:strVal val="visible"/>
                                      </p:to>
                                    </p:set>
                                    <p:animEffect transition="in" filter="fade">
                                      <p:cBhvr>
                                        <p:cTn id="73" dur="1000"/>
                                        <p:tgtEl>
                                          <p:spTgt spid="9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00"/>
                                        </p:tgtEl>
                                        <p:attrNameLst>
                                          <p:attrName>style.visibility</p:attrName>
                                        </p:attrNameLst>
                                      </p:cBhvr>
                                      <p:to>
                                        <p:strVal val="visible"/>
                                      </p:to>
                                    </p:set>
                                    <p:animEffect transition="in" filter="fade">
                                      <p:cBhvr>
                                        <p:cTn id="78" dur="1000"/>
                                        <p:tgtEl>
                                          <p:spTgt spid="10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01"/>
                                        </p:tgtEl>
                                        <p:attrNameLst>
                                          <p:attrName>style.visibility</p:attrName>
                                        </p:attrNameLst>
                                      </p:cBhvr>
                                      <p:to>
                                        <p:strVal val="visible"/>
                                      </p:to>
                                    </p:set>
                                    <p:animEffect transition="in" filter="fade">
                                      <p:cBhvr>
                                        <p:cTn id="83" dur="1000"/>
                                        <p:tgtEl>
                                          <p:spTgt spid="10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02"/>
                                        </p:tgtEl>
                                        <p:attrNameLst>
                                          <p:attrName>style.visibility</p:attrName>
                                        </p:attrNameLst>
                                      </p:cBhvr>
                                      <p:to>
                                        <p:strVal val="visible"/>
                                      </p:to>
                                    </p:set>
                                    <p:animEffect transition="in" filter="fade">
                                      <p:cBhvr>
                                        <p:cTn id="88" dur="1000"/>
                                        <p:tgtEl>
                                          <p:spTgt spid="10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03"/>
                                        </p:tgtEl>
                                        <p:attrNameLst>
                                          <p:attrName>style.visibility</p:attrName>
                                        </p:attrNameLst>
                                      </p:cBhvr>
                                      <p:to>
                                        <p:strVal val="visible"/>
                                      </p:to>
                                    </p:set>
                                    <p:animEffect transition="in" filter="fade">
                                      <p:cBhvr>
                                        <p:cTn id="93" dur="1000"/>
                                        <p:tgtEl>
                                          <p:spTgt spid="103"/>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104"/>
                                        </p:tgtEl>
                                        <p:attrNameLst>
                                          <p:attrName>style.visibility</p:attrName>
                                        </p:attrNameLst>
                                      </p:cBhvr>
                                      <p:to>
                                        <p:strVal val="visible"/>
                                      </p:to>
                                    </p:set>
                                    <p:animEffect transition="in" filter="fade">
                                      <p:cBhvr>
                                        <p:cTn id="98" dur="1000"/>
                                        <p:tgtEl>
                                          <p:spTgt spid="104"/>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05"/>
                                        </p:tgtEl>
                                        <p:attrNameLst>
                                          <p:attrName>style.visibility</p:attrName>
                                        </p:attrNameLst>
                                      </p:cBhvr>
                                      <p:to>
                                        <p:strVal val="visible"/>
                                      </p:to>
                                    </p:set>
                                    <p:animEffect transition="in" filter="fade">
                                      <p:cBhvr>
                                        <p:cTn id="103" dur="1000"/>
                                        <p:tgtEl>
                                          <p:spTgt spid="105"/>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106"/>
                                        </p:tgtEl>
                                        <p:attrNameLst>
                                          <p:attrName>style.visibility</p:attrName>
                                        </p:attrNameLst>
                                      </p:cBhvr>
                                      <p:to>
                                        <p:strVal val="visible"/>
                                      </p:to>
                                    </p:set>
                                    <p:animEffect transition="in" filter="fade">
                                      <p:cBhvr>
                                        <p:cTn id="108" dur="1000"/>
                                        <p:tgtEl>
                                          <p:spTgt spid="106"/>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107"/>
                                        </p:tgtEl>
                                        <p:attrNameLst>
                                          <p:attrName>style.visibility</p:attrName>
                                        </p:attrNameLst>
                                      </p:cBhvr>
                                      <p:to>
                                        <p:strVal val="visible"/>
                                      </p:to>
                                    </p:set>
                                    <p:animEffect transition="in" filter="fade">
                                      <p:cBhvr>
                                        <p:cTn id="113" dur="1000"/>
                                        <p:tgtEl>
                                          <p:spTgt spid="107"/>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108"/>
                                        </p:tgtEl>
                                        <p:attrNameLst>
                                          <p:attrName>style.visibility</p:attrName>
                                        </p:attrNameLst>
                                      </p:cBhvr>
                                      <p:to>
                                        <p:strVal val="visible"/>
                                      </p:to>
                                    </p:set>
                                    <p:animEffect transition="in" filter="fade">
                                      <p:cBhvr>
                                        <p:cTn id="118" dur="1000"/>
                                        <p:tgtEl>
                                          <p:spTgt spid="108"/>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109"/>
                                        </p:tgtEl>
                                        <p:attrNameLst>
                                          <p:attrName>style.visibility</p:attrName>
                                        </p:attrNameLst>
                                      </p:cBhvr>
                                      <p:to>
                                        <p:strVal val="visible"/>
                                      </p:to>
                                    </p:set>
                                    <p:animEffect transition="in" filter="fade">
                                      <p:cBhvr>
                                        <p:cTn id="123" dur="1000"/>
                                        <p:tgtEl>
                                          <p:spTgt spid="10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110"/>
                                        </p:tgtEl>
                                        <p:attrNameLst>
                                          <p:attrName>style.visibility</p:attrName>
                                        </p:attrNameLst>
                                      </p:cBhvr>
                                      <p:to>
                                        <p:strVal val="visible"/>
                                      </p:to>
                                    </p:set>
                                    <p:animEffect transition="in" filter="fade">
                                      <p:cBhvr>
                                        <p:cTn id="128" dur="1000"/>
                                        <p:tgtEl>
                                          <p:spTgt spid="110"/>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111"/>
                                        </p:tgtEl>
                                        <p:attrNameLst>
                                          <p:attrName>style.visibility</p:attrName>
                                        </p:attrNameLst>
                                      </p:cBhvr>
                                      <p:to>
                                        <p:strVal val="visible"/>
                                      </p:to>
                                    </p:set>
                                    <p:animEffect transition="in" filter="fade">
                                      <p:cBhvr>
                                        <p:cTn id="133" dur="1000"/>
                                        <p:tgtEl>
                                          <p:spTgt spid="111"/>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112"/>
                                        </p:tgtEl>
                                        <p:attrNameLst>
                                          <p:attrName>style.visibility</p:attrName>
                                        </p:attrNameLst>
                                      </p:cBhvr>
                                      <p:to>
                                        <p:strVal val="visible"/>
                                      </p:to>
                                    </p:set>
                                    <p:animEffect transition="in" filter="fade">
                                      <p:cBhvr>
                                        <p:cTn id="138" dur="1000"/>
                                        <p:tgtEl>
                                          <p:spTgt spid="112"/>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113"/>
                                        </p:tgtEl>
                                        <p:attrNameLst>
                                          <p:attrName>style.visibility</p:attrName>
                                        </p:attrNameLst>
                                      </p:cBhvr>
                                      <p:to>
                                        <p:strVal val="visible"/>
                                      </p:to>
                                    </p:set>
                                    <p:animEffect transition="in" filter="fade">
                                      <p:cBhvr>
                                        <p:cTn id="143" dur="1000"/>
                                        <p:tgtEl>
                                          <p:spTgt spid="113"/>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114"/>
                                        </p:tgtEl>
                                        <p:attrNameLst>
                                          <p:attrName>style.visibility</p:attrName>
                                        </p:attrNameLst>
                                      </p:cBhvr>
                                      <p:to>
                                        <p:strVal val="visible"/>
                                      </p:to>
                                    </p:set>
                                    <p:animEffect transition="in" filter="fade">
                                      <p:cBhvr>
                                        <p:cTn id="148" dur="1000"/>
                                        <p:tgtEl>
                                          <p:spTgt spid="114"/>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nodeType="clickEffect">
                                  <p:stCondLst>
                                    <p:cond delay="0"/>
                                  </p:stCondLst>
                                  <p:childTnLst>
                                    <p:set>
                                      <p:cBhvr>
                                        <p:cTn id="152" dur="1" fill="hold">
                                          <p:stCondLst>
                                            <p:cond delay="0"/>
                                          </p:stCondLst>
                                        </p:cTn>
                                        <p:tgtEl>
                                          <p:spTgt spid="115"/>
                                        </p:tgtEl>
                                        <p:attrNameLst>
                                          <p:attrName>style.visibility</p:attrName>
                                        </p:attrNameLst>
                                      </p:cBhvr>
                                      <p:to>
                                        <p:strVal val="visible"/>
                                      </p:to>
                                    </p:set>
                                    <p:animEffect transition="in" filter="fade">
                                      <p:cBhvr>
                                        <p:cTn id="153" dur="1000"/>
                                        <p:tgtEl>
                                          <p:spTgt spid="115"/>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116"/>
                                        </p:tgtEl>
                                        <p:attrNameLst>
                                          <p:attrName>style.visibility</p:attrName>
                                        </p:attrNameLst>
                                      </p:cBhvr>
                                      <p:to>
                                        <p:strVal val="visible"/>
                                      </p:to>
                                    </p:set>
                                    <p:animEffect transition="in" filter="fade">
                                      <p:cBhvr>
                                        <p:cTn id="158" dur="1000"/>
                                        <p:tgtEl>
                                          <p:spTgt spid="116"/>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nodeType="clickEffect">
                                  <p:stCondLst>
                                    <p:cond delay="0"/>
                                  </p:stCondLst>
                                  <p:childTnLst>
                                    <p:set>
                                      <p:cBhvr>
                                        <p:cTn id="162" dur="1" fill="hold">
                                          <p:stCondLst>
                                            <p:cond delay="0"/>
                                          </p:stCondLst>
                                        </p:cTn>
                                        <p:tgtEl>
                                          <p:spTgt spid="117"/>
                                        </p:tgtEl>
                                        <p:attrNameLst>
                                          <p:attrName>style.visibility</p:attrName>
                                        </p:attrNameLst>
                                      </p:cBhvr>
                                      <p:to>
                                        <p:strVal val="visible"/>
                                      </p:to>
                                    </p:set>
                                    <p:animEffect transition="in" filter="fade">
                                      <p:cBhvr>
                                        <p:cTn id="163" dur="1000"/>
                                        <p:tgtEl>
                                          <p:spTgt spid="117"/>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118"/>
                                        </p:tgtEl>
                                        <p:attrNameLst>
                                          <p:attrName>style.visibility</p:attrName>
                                        </p:attrNameLst>
                                      </p:cBhvr>
                                      <p:to>
                                        <p:strVal val="visible"/>
                                      </p:to>
                                    </p:set>
                                    <p:animEffect transition="in" filter="fade">
                                      <p:cBhvr>
                                        <p:cTn id="168" dur="1000"/>
                                        <p:tgtEl>
                                          <p:spTgt spid="118"/>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nodeType="clickEffect">
                                  <p:stCondLst>
                                    <p:cond delay="0"/>
                                  </p:stCondLst>
                                  <p:childTnLst>
                                    <p:set>
                                      <p:cBhvr>
                                        <p:cTn id="172" dur="1" fill="hold">
                                          <p:stCondLst>
                                            <p:cond delay="0"/>
                                          </p:stCondLst>
                                        </p:cTn>
                                        <p:tgtEl>
                                          <p:spTgt spid="119"/>
                                        </p:tgtEl>
                                        <p:attrNameLst>
                                          <p:attrName>style.visibility</p:attrName>
                                        </p:attrNameLst>
                                      </p:cBhvr>
                                      <p:to>
                                        <p:strVal val="visible"/>
                                      </p:to>
                                    </p:set>
                                    <p:animEffect transition="in" filter="fade">
                                      <p:cBhvr>
                                        <p:cTn id="173" dur="1000"/>
                                        <p:tgtEl>
                                          <p:spTgt spid="119"/>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nodeType="clickEffect">
                                  <p:stCondLst>
                                    <p:cond delay="0"/>
                                  </p:stCondLst>
                                  <p:childTnLst>
                                    <p:set>
                                      <p:cBhvr>
                                        <p:cTn id="177" dur="1" fill="hold">
                                          <p:stCondLst>
                                            <p:cond delay="0"/>
                                          </p:stCondLst>
                                        </p:cTn>
                                        <p:tgtEl>
                                          <p:spTgt spid="120"/>
                                        </p:tgtEl>
                                        <p:attrNameLst>
                                          <p:attrName>style.visibility</p:attrName>
                                        </p:attrNameLst>
                                      </p:cBhvr>
                                      <p:to>
                                        <p:strVal val="visible"/>
                                      </p:to>
                                    </p:set>
                                    <p:animEffect transition="in" filter="fade">
                                      <p:cBhvr>
                                        <p:cTn id="178" dur="1000"/>
                                        <p:tgtEl>
                                          <p:spTgt spid="120"/>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nodeType="clickEffect">
                                  <p:stCondLst>
                                    <p:cond delay="0"/>
                                  </p:stCondLst>
                                  <p:childTnLst>
                                    <p:set>
                                      <p:cBhvr>
                                        <p:cTn id="182" dur="1" fill="hold">
                                          <p:stCondLst>
                                            <p:cond delay="0"/>
                                          </p:stCondLst>
                                        </p:cTn>
                                        <p:tgtEl>
                                          <p:spTgt spid="121"/>
                                        </p:tgtEl>
                                        <p:attrNameLst>
                                          <p:attrName>style.visibility</p:attrName>
                                        </p:attrNameLst>
                                      </p:cBhvr>
                                      <p:to>
                                        <p:strVal val="visible"/>
                                      </p:to>
                                    </p:set>
                                    <p:animEffect transition="in" filter="fade">
                                      <p:cBhvr>
                                        <p:cTn id="183" dur="1000"/>
                                        <p:tgtEl>
                                          <p:spTgt spid="121"/>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nodeType="clickEffect">
                                  <p:stCondLst>
                                    <p:cond delay="0"/>
                                  </p:stCondLst>
                                  <p:childTnLst>
                                    <p:set>
                                      <p:cBhvr>
                                        <p:cTn id="187" dur="1" fill="hold">
                                          <p:stCondLst>
                                            <p:cond delay="0"/>
                                          </p:stCondLst>
                                        </p:cTn>
                                        <p:tgtEl>
                                          <p:spTgt spid="122"/>
                                        </p:tgtEl>
                                        <p:attrNameLst>
                                          <p:attrName>style.visibility</p:attrName>
                                        </p:attrNameLst>
                                      </p:cBhvr>
                                      <p:to>
                                        <p:strVal val="visible"/>
                                      </p:to>
                                    </p:set>
                                    <p:animEffect transition="in" filter="fade">
                                      <p:cBhvr>
                                        <p:cTn id="188" dur="1000"/>
                                        <p:tgtEl>
                                          <p:spTgt spid="122"/>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nodeType="clickEffect">
                                  <p:stCondLst>
                                    <p:cond delay="0"/>
                                  </p:stCondLst>
                                  <p:childTnLst>
                                    <p:set>
                                      <p:cBhvr>
                                        <p:cTn id="192" dur="1" fill="hold">
                                          <p:stCondLst>
                                            <p:cond delay="0"/>
                                          </p:stCondLst>
                                        </p:cTn>
                                        <p:tgtEl>
                                          <p:spTgt spid="123"/>
                                        </p:tgtEl>
                                        <p:attrNameLst>
                                          <p:attrName>style.visibility</p:attrName>
                                        </p:attrNameLst>
                                      </p:cBhvr>
                                      <p:to>
                                        <p:strVal val="visible"/>
                                      </p:to>
                                    </p:set>
                                    <p:animEffect transition="in" filter="fade">
                                      <p:cBhvr>
                                        <p:cTn id="193" dur="1000"/>
                                        <p:tgtEl>
                                          <p:spTgt spid="123"/>
                                        </p:tgtEl>
                                      </p:cBhvr>
                                    </p:animEffect>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nodeType="clickEffect">
                                  <p:stCondLst>
                                    <p:cond delay="0"/>
                                  </p:stCondLst>
                                  <p:childTnLst>
                                    <p:set>
                                      <p:cBhvr>
                                        <p:cTn id="197" dur="1" fill="hold">
                                          <p:stCondLst>
                                            <p:cond delay="0"/>
                                          </p:stCondLst>
                                        </p:cTn>
                                        <p:tgtEl>
                                          <p:spTgt spid="124"/>
                                        </p:tgtEl>
                                        <p:attrNameLst>
                                          <p:attrName>style.visibility</p:attrName>
                                        </p:attrNameLst>
                                      </p:cBhvr>
                                      <p:to>
                                        <p:strVal val="visible"/>
                                      </p:to>
                                    </p:set>
                                    <p:animEffect transition="in" filter="fade">
                                      <p:cBhvr>
                                        <p:cTn id="198" dur="1000"/>
                                        <p:tgtEl>
                                          <p:spTgt spid="124"/>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nodeType="clickEffect">
                                  <p:stCondLst>
                                    <p:cond delay="0"/>
                                  </p:stCondLst>
                                  <p:childTnLst>
                                    <p:set>
                                      <p:cBhvr>
                                        <p:cTn id="202" dur="1" fill="hold">
                                          <p:stCondLst>
                                            <p:cond delay="0"/>
                                          </p:stCondLst>
                                        </p:cTn>
                                        <p:tgtEl>
                                          <p:spTgt spid="125"/>
                                        </p:tgtEl>
                                        <p:attrNameLst>
                                          <p:attrName>style.visibility</p:attrName>
                                        </p:attrNameLst>
                                      </p:cBhvr>
                                      <p:to>
                                        <p:strVal val="visible"/>
                                      </p:to>
                                    </p:set>
                                    <p:animEffect transition="in" filter="fade">
                                      <p:cBhvr>
                                        <p:cTn id="203" dur="1000"/>
                                        <p:tgtEl>
                                          <p:spTgt spid="125"/>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nodeType="clickEffect">
                                  <p:stCondLst>
                                    <p:cond delay="0"/>
                                  </p:stCondLst>
                                  <p:childTnLst>
                                    <p:set>
                                      <p:cBhvr>
                                        <p:cTn id="207" dur="1" fill="hold">
                                          <p:stCondLst>
                                            <p:cond delay="0"/>
                                          </p:stCondLst>
                                        </p:cTn>
                                        <p:tgtEl>
                                          <p:spTgt spid="126"/>
                                        </p:tgtEl>
                                        <p:attrNameLst>
                                          <p:attrName>style.visibility</p:attrName>
                                        </p:attrNameLst>
                                      </p:cBhvr>
                                      <p:to>
                                        <p:strVal val="visible"/>
                                      </p:to>
                                    </p:set>
                                    <p:animEffect transition="in" filter="fade">
                                      <p:cBhvr>
                                        <p:cTn id="208" dur="1000"/>
                                        <p:tgtEl>
                                          <p:spTgt spid="126"/>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nodeType="clickEffect">
                                  <p:stCondLst>
                                    <p:cond delay="0"/>
                                  </p:stCondLst>
                                  <p:childTnLst>
                                    <p:set>
                                      <p:cBhvr>
                                        <p:cTn id="212" dur="1" fill="hold">
                                          <p:stCondLst>
                                            <p:cond delay="0"/>
                                          </p:stCondLst>
                                        </p:cTn>
                                        <p:tgtEl>
                                          <p:spTgt spid="127"/>
                                        </p:tgtEl>
                                        <p:attrNameLst>
                                          <p:attrName>style.visibility</p:attrName>
                                        </p:attrNameLst>
                                      </p:cBhvr>
                                      <p:to>
                                        <p:strVal val="visible"/>
                                      </p:to>
                                    </p:set>
                                    <p:animEffect transition="in" filter="fade">
                                      <p:cBhvr>
                                        <p:cTn id="213" dur="1000"/>
                                        <p:tgtEl>
                                          <p:spTgt spid="127"/>
                                        </p:tgtEl>
                                      </p:cBhvr>
                                    </p:animEffect>
                                  </p:childTnLst>
                                </p:cTn>
                              </p:par>
                            </p:childTnLst>
                          </p:cTn>
                        </p:par>
                      </p:childTnLst>
                    </p:cTn>
                  </p:par>
                  <p:par>
                    <p:cTn id="214" fill="hold">
                      <p:stCondLst>
                        <p:cond delay="indefinite"/>
                      </p:stCondLst>
                      <p:childTnLst>
                        <p:par>
                          <p:cTn id="215" fill="hold">
                            <p:stCondLst>
                              <p:cond delay="0"/>
                            </p:stCondLst>
                            <p:childTnLst>
                              <p:par>
                                <p:cTn id="216" presetID="10" presetClass="entr" presetSubtype="0" fill="hold" nodeType="clickEffect">
                                  <p:stCondLst>
                                    <p:cond delay="0"/>
                                  </p:stCondLst>
                                  <p:childTnLst>
                                    <p:set>
                                      <p:cBhvr>
                                        <p:cTn id="217" dur="1" fill="hold">
                                          <p:stCondLst>
                                            <p:cond delay="0"/>
                                          </p:stCondLst>
                                        </p:cTn>
                                        <p:tgtEl>
                                          <p:spTgt spid="128"/>
                                        </p:tgtEl>
                                        <p:attrNameLst>
                                          <p:attrName>style.visibility</p:attrName>
                                        </p:attrNameLst>
                                      </p:cBhvr>
                                      <p:to>
                                        <p:strVal val="visible"/>
                                      </p:to>
                                    </p:set>
                                    <p:animEffect transition="in" filter="fade">
                                      <p:cBhvr>
                                        <p:cTn id="218" dur="1000"/>
                                        <p:tgtEl>
                                          <p:spTgt spid="128"/>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ntr" presetSubtype="0" fill="hold" nodeType="clickEffect">
                                  <p:stCondLst>
                                    <p:cond delay="0"/>
                                  </p:stCondLst>
                                  <p:childTnLst>
                                    <p:set>
                                      <p:cBhvr>
                                        <p:cTn id="222" dur="1" fill="hold">
                                          <p:stCondLst>
                                            <p:cond delay="0"/>
                                          </p:stCondLst>
                                        </p:cTn>
                                        <p:tgtEl>
                                          <p:spTgt spid="129"/>
                                        </p:tgtEl>
                                        <p:attrNameLst>
                                          <p:attrName>style.visibility</p:attrName>
                                        </p:attrNameLst>
                                      </p:cBhvr>
                                      <p:to>
                                        <p:strVal val="visible"/>
                                      </p:to>
                                    </p:set>
                                    <p:animEffect transition="in" filter="fade">
                                      <p:cBhvr>
                                        <p:cTn id="223"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9"/>
          <p:cNvSpPr txBox="1"/>
          <p:nvPr/>
        </p:nvSpPr>
        <p:spPr>
          <a:xfrm>
            <a:off x="1462013" y="2246512"/>
            <a:ext cx="6839025" cy="1468238"/>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vi" sz="4000" b="1" dirty="0">
                <a:latin typeface="Times New Roman" panose="02020603050405020304" pitchFamily="18" charset="0"/>
                <a:cs typeface="Times New Roman" panose="02020603050405020304" pitchFamily="18" charset="0"/>
              </a:rPr>
              <a:t>Cảm ơn thầy cô đã lắng nghe</a:t>
            </a:r>
            <a:endParaRPr sz="4000" dirty="0">
              <a:latin typeface="Times New Roman" panose="02020603050405020304" pitchFamily="18" charset="0"/>
              <a:ea typeface="Source Code Pro"/>
              <a:cs typeface="Times New Roman" panose="02020603050405020304" pitchFamily="18" charset="0"/>
              <a:sym typeface="Source Code Pro"/>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ữu cơ">
  <a:themeElements>
    <a:clrScheme name="Hữu cơ">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Hữu cơ">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ữu cơ">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71</TotalTime>
  <Words>425</Words>
  <Application>Microsoft Office PowerPoint</Application>
  <PresentationFormat>Trình chiếu Trên màn hình (16:9)</PresentationFormat>
  <Paragraphs>20</Paragraphs>
  <Slides>6</Slides>
  <Notes>6</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6</vt:i4>
      </vt:variant>
    </vt:vector>
  </HeadingPairs>
  <TitlesOfParts>
    <vt:vector size="10" baseType="lpstr">
      <vt:lpstr>Times New Roman</vt:lpstr>
      <vt:lpstr>Arial</vt:lpstr>
      <vt:lpstr>Garamond</vt:lpstr>
      <vt:lpstr>Hữu cơ</vt:lpstr>
      <vt:lpstr> ĐỀ TÀI: NGHIÊN CỨU PHƯƠNG PHÁP QUAY LUI VÀ ỨNG DỤNG GIẢI SUDOKU </vt:lpstr>
      <vt:lpstr>KHÁI NIỆM QUAY LUI :</vt:lpstr>
      <vt:lpstr>Cây đệ quy tìm kiếm sử dụng thuật toán Quay Lui sẽ như sau:</vt:lpstr>
      <vt:lpstr>Luật chơi trò chơi Sudoku:</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Khiêm Nguyễn Như</cp:lastModifiedBy>
  <cp:revision>8</cp:revision>
  <dcterms:modified xsi:type="dcterms:W3CDTF">2026-03-13T04:26:18Z</dcterms:modified>
</cp:coreProperties>
</file>